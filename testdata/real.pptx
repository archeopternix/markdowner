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3" r:id="rId4"/>
    <p:sldMasterId id="2147483985" r:id="rId5"/>
  </p:sldMasterIdLst>
  <p:notesMasterIdLst>
    <p:notesMasterId r:id="rId17"/>
  </p:notesMasterIdLst>
  <p:sldIdLst>
    <p:sldId id="258" r:id="rId6"/>
    <p:sldId id="284" r:id="rId7"/>
    <p:sldId id="302" r:id="rId8"/>
    <p:sldId id="285" r:id="rId9"/>
    <p:sldId id="290" r:id="rId10"/>
    <p:sldId id="296" r:id="rId11"/>
    <p:sldId id="297" r:id="rId12"/>
    <p:sldId id="298" r:id="rId13"/>
    <p:sldId id="299" r:id="rId14"/>
    <p:sldId id="301" r:id="rId15"/>
    <p:sldId id="263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or" initials="M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4957"/>
    <a:srgbClr val="0A1E2D"/>
    <a:srgbClr val="6BB14A"/>
    <a:srgbClr val="80C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7DDEB4-90D3-9166-FC33-4200CB6FA5A0}" v="75" dt="2026-01-16T07:54:40.004"/>
    <p1510:client id="{4FDC8472-6F44-4FB0-963D-0F1789580A75}" v="525" dt="2026-01-16T08:53:09.810"/>
    <p1510:client id="{6FBF3E56-9664-4889-89C3-2D106F842809}" v="134" dt="2026-01-15T16:44:55.609"/>
    <p1510:client id="{D128FA8F-7E63-82FA-E108-61990B625CAE}" v="7" dt="2026-01-15T16:35:31.3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8/10/relationships/authors" Target="authors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Franklin Gothic Book" panose="020B0503020102020204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Franklin Gothic Book" panose="020B0503020102020204" pitchFamily="34" charset="0"/>
              </a:defRPr>
            </a:lvl1pPr>
          </a:lstStyle>
          <a:p>
            <a:fld id="{60789836-C2B5-2D49-AC1A-C2853005D09D}" type="datetimeFigureOut">
              <a:rPr lang="de-DE" smtClean="0"/>
              <a:pPr/>
              <a:t>16.01.2026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Franklin Gothic Book" panose="020B0503020102020204" pitchFamily="34" charset="0"/>
              </a:defRPr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Franklin Gothic Book" panose="020B0503020102020204" pitchFamily="34" charset="0"/>
              </a:defRPr>
            </a:lvl1pPr>
          </a:lstStyle>
          <a:p>
            <a:fld id="{6822EB74-B898-F04E-BEC0-4968AC97BC6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7479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C21DF-4774-0A2B-8C30-7B2C98836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CA6B126-3561-78DE-8E3A-56DBCF75D7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EF834DE-03F7-BF96-3875-1E5D25C20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0D4806A-8DB2-2993-145B-9E43B028CD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2EB74-B898-F04E-BEC0-4968AC97BC60}" type="slidenum">
              <a:rPr lang="de-DE" smtClean="0"/>
              <a:pPr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3928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emf"/><Relationship Id="rId4" Type="http://schemas.openxmlformats.org/officeDocument/2006/relationships/image" Target="../media/image10.png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 Sites | v.1 | Titel |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4276694-7CEC-1155-2F70-9FC304838B3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0485" y="1575707"/>
            <a:ext cx="10879109" cy="4601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Font typeface="Arial" panose="020B0604020202020204" pitchFamily="34" charset="0"/>
              <a:buChar char="•"/>
              <a:defRPr sz="1200"/>
            </a:lvl1pPr>
            <a:lvl2pPr>
              <a:buFont typeface="Arial" panose="020B0604020202020204" pitchFamily="34" charset="0"/>
              <a:buChar char="•"/>
              <a:defRPr sz="1200"/>
            </a:lvl2pPr>
            <a:lvl3pPr>
              <a:buFont typeface="Arial" panose="020B0604020202020204" pitchFamily="34" charset="0"/>
              <a:buChar char="•"/>
              <a:defRPr sz="1200"/>
            </a:lvl3pPr>
            <a:lvl4pPr>
              <a:buFont typeface="Arial" panose="020B0604020202020204" pitchFamily="34" charset="0"/>
              <a:buChar char="•"/>
              <a:defRPr sz="1200"/>
            </a:lvl4pPr>
            <a:lvl5pP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Titel 3">
            <a:extLst>
              <a:ext uri="{FF2B5EF4-FFF2-40B4-BE49-F238E27FC236}">
                <a16:creationId xmlns:a16="http://schemas.microsoft.com/office/drawing/2014/main" id="{8D748AC1-645A-3E25-0B53-072E0CD45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66" y="709896"/>
            <a:ext cx="10825997" cy="3651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 baseline="0">
                <a:solidFill>
                  <a:srgbClr val="000100"/>
                </a:solidFill>
                <a:latin typeface="Franklin Gothic Demi" panose="020B0603020102020204" pitchFamily="34" charset="0"/>
                <a:ea typeface="+mj-ea"/>
                <a:cs typeface="+mj-cs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8" name="Textplatzhalter 4">
            <a:extLst>
              <a:ext uri="{FF2B5EF4-FFF2-40B4-BE49-F238E27FC236}">
                <a16:creationId xmlns:a16="http://schemas.microsoft.com/office/drawing/2014/main" id="{A48E08E8-278D-3FCF-D3BC-64AC1B810A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2624" y="1057907"/>
            <a:ext cx="10825993" cy="3163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00100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69723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 Grid Sites | v.1 | Titel + Pic | 2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3">
            <a:extLst>
              <a:ext uri="{FF2B5EF4-FFF2-40B4-BE49-F238E27FC236}">
                <a16:creationId xmlns:a16="http://schemas.microsoft.com/office/drawing/2014/main" id="{421EF41B-6DA7-9264-1C7E-F362849EC17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1381" y="519463"/>
            <a:ext cx="11126092" cy="58257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4A8A8C8-5449-D105-5688-0329DBB1A463}"/>
              </a:ext>
            </a:extLst>
          </p:cNvPr>
          <p:cNvSpPr/>
          <p:nvPr userDrawn="1"/>
        </p:nvSpPr>
        <p:spPr>
          <a:xfrm rot="5400000">
            <a:off x="1208045" y="-153413"/>
            <a:ext cx="5828466" cy="7175502"/>
          </a:xfrm>
          <a:prstGeom prst="rect">
            <a:avLst/>
          </a:prstGeom>
          <a:gradFill>
            <a:gsLst>
              <a:gs pos="5000">
                <a:schemeClr val="accent3">
                  <a:lumMod val="5000"/>
                  <a:lumOff val="95000"/>
                  <a:alpha val="0"/>
                </a:schemeClr>
              </a:gs>
              <a:gs pos="57000">
                <a:schemeClr val="bg1"/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000100"/>
              </a:solidFill>
            </a:endParaRPr>
          </a:p>
        </p:txBody>
      </p:sp>
      <p:sp>
        <p:nvSpPr>
          <p:cNvPr id="13" name="Textplatzhalter 22">
            <a:extLst>
              <a:ext uri="{FF2B5EF4-FFF2-40B4-BE49-F238E27FC236}">
                <a16:creationId xmlns:a16="http://schemas.microsoft.com/office/drawing/2014/main" id="{D0E2EB88-3C5F-88BF-69F2-58681A92F4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032" y="5223997"/>
            <a:ext cx="5051236" cy="11699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e-DE" sz="8000" kern="1200" dirty="0">
                <a:ln w="12700">
                  <a:solidFill>
                    <a:schemeClr val="tx1"/>
                  </a:solidFill>
                </a:ln>
                <a:solidFill>
                  <a:schemeClr val="bg1">
                    <a:alpha val="5026"/>
                  </a:schemeClr>
                </a:solidFill>
                <a:latin typeface="Franklin Gothic Heavy" panose="020B06030201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2526934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 Grid Sites | v.1 | Titel + Pic | 2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13">
            <a:extLst>
              <a:ext uri="{FF2B5EF4-FFF2-40B4-BE49-F238E27FC236}">
                <a16:creationId xmlns:a16="http://schemas.microsoft.com/office/drawing/2014/main" id="{E8ED20F8-2B88-E972-ACE2-24B184B5A3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1381" y="519463"/>
            <a:ext cx="11126092" cy="58257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A684CE3-E9D4-100E-B411-59FF97FF6E44}"/>
              </a:ext>
            </a:extLst>
          </p:cNvPr>
          <p:cNvSpPr/>
          <p:nvPr userDrawn="1"/>
        </p:nvSpPr>
        <p:spPr>
          <a:xfrm rot="5400000">
            <a:off x="1225898" y="-148118"/>
            <a:ext cx="5815908" cy="7175502"/>
          </a:xfrm>
          <a:prstGeom prst="rect">
            <a:avLst/>
          </a:prstGeom>
          <a:gradFill>
            <a:gsLst>
              <a:gs pos="5000">
                <a:schemeClr val="accent3">
                  <a:lumMod val="5000"/>
                  <a:lumOff val="95000"/>
                  <a:alpha val="0"/>
                </a:schemeClr>
              </a:gs>
              <a:gs pos="57000">
                <a:schemeClr val="bg1"/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000100"/>
              </a:solidFill>
            </a:endParaRPr>
          </a:p>
        </p:txBody>
      </p:sp>
      <p:sp>
        <p:nvSpPr>
          <p:cNvPr id="10" name="Textplatzhalter 22">
            <a:extLst>
              <a:ext uri="{FF2B5EF4-FFF2-40B4-BE49-F238E27FC236}">
                <a16:creationId xmlns:a16="http://schemas.microsoft.com/office/drawing/2014/main" id="{B6BB61AE-E24B-37A9-8606-D46FD247D1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032" y="5223997"/>
            <a:ext cx="5051236" cy="11699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e-DE" sz="8000" kern="1200" dirty="0">
                <a:ln w="12700">
                  <a:solidFill>
                    <a:schemeClr val="tx1"/>
                  </a:solidFill>
                </a:ln>
                <a:solidFill>
                  <a:schemeClr val="bg1">
                    <a:alpha val="5026"/>
                  </a:schemeClr>
                </a:solidFill>
                <a:latin typeface="Franklin Gothic Heavy" panose="020B06030201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2630529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 Grid Sites | v.1 | Titel + Pic | 2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Bildplatzhalter 13">
            <a:extLst>
              <a:ext uri="{FF2B5EF4-FFF2-40B4-BE49-F238E27FC236}">
                <a16:creationId xmlns:a16="http://schemas.microsoft.com/office/drawing/2014/main" id="{F5632899-43F2-6DCC-0782-32A705C2608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1381" y="519463"/>
            <a:ext cx="3827602" cy="58257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3FCD4C28-EBCC-CF04-53D5-CC6978FE8E8D}"/>
              </a:ext>
            </a:extLst>
          </p:cNvPr>
          <p:cNvSpPr/>
          <p:nvPr userDrawn="1"/>
        </p:nvSpPr>
        <p:spPr>
          <a:xfrm rot="5400000">
            <a:off x="-586178" y="1628312"/>
            <a:ext cx="5828466" cy="3606798"/>
          </a:xfrm>
          <a:prstGeom prst="rect">
            <a:avLst/>
          </a:prstGeom>
          <a:gradFill>
            <a:gsLst>
              <a:gs pos="18000">
                <a:schemeClr val="accent3">
                  <a:lumMod val="5000"/>
                  <a:lumOff val="95000"/>
                  <a:alpha val="0"/>
                </a:schemeClr>
              </a:gs>
              <a:gs pos="70000">
                <a:schemeClr val="bg1">
                  <a:alpha val="639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000100"/>
              </a:solidFill>
            </a:endParaRPr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45C67E9D-1645-3B48-B340-7011EB6CB7F1}"/>
              </a:ext>
            </a:extLst>
          </p:cNvPr>
          <p:cNvCxnSpPr>
            <a:cxnSpLocks/>
          </p:cNvCxnSpPr>
          <p:nvPr userDrawn="1"/>
        </p:nvCxnSpPr>
        <p:spPr>
          <a:xfrm>
            <a:off x="7086600" y="514350"/>
            <a:ext cx="0" cy="584420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C80E5E3F-8F39-1618-3407-BC25E05F2FE9}"/>
              </a:ext>
            </a:extLst>
          </p:cNvPr>
          <p:cNvSpPr txBox="1"/>
          <p:nvPr userDrawn="1"/>
        </p:nvSpPr>
        <p:spPr>
          <a:xfrm>
            <a:off x="6648939" y="1583792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01</a:t>
            </a:r>
          </a:p>
        </p:txBody>
      </p:sp>
      <p:cxnSp>
        <p:nvCxnSpPr>
          <p:cNvPr id="12" name="Gerade Verbindung 11">
            <a:extLst>
              <a:ext uri="{FF2B5EF4-FFF2-40B4-BE49-F238E27FC236}">
                <a16:creationId xmlns:a16="http://schemas.microsoft.com/office/drawing/2014/main" id="{1239B166-1E3F-9921-0189-FCCCD74D6446}"/>
              </a:ext>
            </a:extLst>
          </p:cNvPr>
          <p:cNvCxnSpPr>
            <a:cxnSpLocks/>
          </p:cNvCxnSpPr>
          <p:nvPr userDrawn="1"/>
        </p:nvCxnSpPr>
        <p:spPr>
          <a:xfrm flipH="1">
            <a:off x="4374116" y="3435769"/>
            <a:ext cx="7292835" cy="493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3BE46B6D-1930-58D5-DC65-E8D5E7A59FF1}"/>
              </a:ext>
            </a:extLst>
          </p:cNvPr>
          <p:cNvCxnSpPr>
            <a:cxnSpLocks/>
          </p:cNvCxnSpPr>
          <p:nvPr userDrawn="1"/>
        </p:nvCxnSpPr>
        <p:spPr>
          <a:xfrm>
            <a:off x="9424169" y="514350"/>
            <a:ext cx="0" cy="584420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B877707B-E348-292F-FE32-4AFC5C547430}"/>
              </a:ext>
            </a:extLst>
          </p:cNvPr>
          <p:cNvSpPr txBox="1"/>
          <p:nvPr userDrawn="1"/>
        </p:nvSpPr>
        <p:spPr>
          <a:xfrm>
            <a:off x="8985268" y="511864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A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0DCDE45-C501-5BE3-E9E5-496F64945987}"/>
              </a:ext>
            </a:extLst>
          </p:cNvPr>
          <p:cNvSpPr txBox="1"/>
          <p:nvPr userDrawn="1"/>
        </p:nvSpPr>
        <p:spPr>
          <a:xfrm>
            <a:off x="11224312" y="511864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B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76A2AF58-505D-FBAE-C6C6-C0AD71321266}"/>
              </a:ext>
            </a:extLst>
          </p:cNvPr>
          <p:cNvSpPr txBox="1"/>
          <p:nvPr userDrawn="1"/>
        </p:nvSpPr>
        <p:spPr>
          <a:xfrm>
            <a:off x="8985268" y="3435958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C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5585D389-3C01-AC03-A9CB-F43F04A1A14F}"/>
              </a:ext>
            </a:extLst>
          </p:cNvPr>
          <p:cNvSpPr txBox="1"/>
          <p:nvPr userDrawn="1"/>
        </p:nvSpPr>
        <p:spPr>
          <a:xfrm>
            <a:off x="11233837" y="3434134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D</a:t>
            </a:r>
          </a:p>
        </p:txBody>
      </p:sp>
      <p:cxnSp>
        <p:nvCxnSpPr>
          <p:cNvPr id="23" name="Gerade Verbindung 22">
            <a:extLst>
              <a:ext uri="{FF2B5EF4-FFF2-40B4-BE49-F238E27FC236}">
                <a16:creationId xmlns:a16="http://schemas.microsoft.com/office/drawing/2014/main" id="{3070AE1C-152C-475E-3538-1B89F6202955}"/>
              </a:ext>
            </a:extLst>
          </p:cNvPr>
          <p:cNvCxnSpPr>
            <a:cxnSpLocks/>
          </p:cNvCxnSpPr>
          <p:nvPr userDrawn="1"/>
        </p:nvCxnSpPr>
        <p:spPr>
          <a:xfrm flipH="1">
            <a:off x="4372392" y="1973273"/>
            <a:ext cx="271216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23">
            <a:extLst>
              <a:ext uri="{FF2B5EF4-FFF2-40B4-BE49-F238E27FC236}">
                <a16:creationId xmlns:a16="http://schemas.microsoft.com/office/drawing/2014/main" id="{54EE5BFD-12FE-1A03-28C8-CDEE767632AF}"/>
              </a:ext>
            </a:extLst>
          </p:cNvPr>
          <p:cNvCxnSpPr>
            <a:cxnSpLocks/>
          </p:cNvCxnSpPr>
          <p:nvPr userDrawn="1"/>
        </p:nvCxnSpPr>
        <p:spPr>
          <a:xfrm flipH="1">
            <a:off x="4372392" y="4897248"/>
            <a:ext cx="271216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1F27967E-D7EC-17B9-619D-6E21E4BBFE73}"/>
              </a:ext>
            </a:extLst>
          </p:cNvPr>
          <p:cNvSpPr txBox="1"/>
          <p:nvPr userDrawn="1"/>
        </p:nvSpPr>
        <p:spPr>
          <a:xfrm>
            <a:off x="6648939" y="3045239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02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F19BB7A1-C4AC-C31D-E35C-5C6A1F9EF8F0}"/>
              </a:ext>
            </a:extLst>
          </p:cNvPr>
          <p:cNvSpPr txBox="1"/>
          <p:nvPr userDrawn="1"/>
        </p:nvSpPr>
        <p:spPr>
          <a:xfrm>
            <a:off x="6648939" y="4506416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03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A402CCEB-A3F1-9E34-25CB-D878BE401451}"/>
              </a:ext>
            </a:extLst>
          </p:cNvPr>
          <p:cNvSpPr txBox="1"/>
          <p:nvPr userDrawn="1"/>
        </p:nvSpPr>
        <p:spPr>
          <a:xfrm>
            <a:off x="6648939" y="5965350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04</a:t>
            </a:r>
          </a:p>
        </p:txBody>
      </p:sp>
      <p:cxnSp>
        <p:nvCxnSpPr>
          <p:cNvPr id="32" name="Gerade Verbindung 31">
            <a:extLst>
              <a:ext uri="{FF2B5EF4-FFF2-40B4-BE49-F238E27FC236}">
                <a16:creationId xmlns:a16="http://schemas.microsoft.com/office/drawing/2014/main" id="{D90920E5-F81E-9A21-D2AF-8607920E659F}"/>
              </a:ext>
            </a:extLst>
          </p:cNvPr>
          <p:cNvCxnSpPr>
            <a:cxnSpLocks/>
          </p:cNvCxnSpPr>
          <p:nvPr userDrawn="1"/>
        </p:nvCxnSpPr>
        <p:spPr>
          <a:xfrm>
            <a:off x="4366549" y="514350"/>
            <a:ext cx="0" cy="584420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platzhalter 127">
            <a:extLst>
              <a:ext uri="{FF2B5EF4-FFF2-40B4-BE49-F238E27FC236}">
                <a16:creationId xmlns:a16="http://schemas.microsoft.com/office/drawing/2014/main" id="{510F250E-8165-B8D3-AD6B-BB350AE618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7294" y="525365"/>
            <a:ext cx="2058227" cy="143586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 b="0" i="0">
                <a:latin typeface="Franklin Gothic Medium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35" name="Textplatzhalter 127">
            <a:extLst>
              <a:ext uri="{FF2B5EF4-FFF2-40B4-BE49-F238E27FC236}">
                <a16:creationId xmlns:a16="http://schemas.microsoft.com/office/drawing/2014/main" id="{42AE7769-A774-AF64-4DD0-585083E98E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7294" y="1983614"/>
            <a:ext cx="2058227" cy="143586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 b="0" i="0">
                <a:latin typeface="Franklin Gothic Medium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36" name="Textplatzhalter 127">
            <a:extLst>
              <a:ext uri="{FF2B5EF4-FFF2-40B4-BE49-F238E27FC236}">
                <a16:creationId xmlns:a16="http://schemas.microsoft.com/office/drawing/2014/main" id="{772FF115-0A87-4A9F-7A02-C2DE7F6D21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7294" y="3449344"/>
            <a:ext cx="2058227" cy="143586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 b="0" i="0">
                <a:latin typeface="Franklin Gothic Medium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37" name="Textplatzhalter 127">
            <a:extLst>
              <a:ext uri="{FF2B5EF4-FFF2-40B4-BE49-F238E27FC236}">
                <a16:creationId xmlns:a16="http://schemas.microsoft.com/office/drawing/2014/main" id="{8B4BF2F2-B3C7-5B1E-E024-F896D01136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7294" y="4908350"/>
            <a:ext cx="2058227" cy="143586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 b="0" i="0">
                <a:latin typeface="Franklin Gothic Medium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38" name="Textplatzhalter 127">
            <a:extLst>
              <a:ext uri="{FF2B5EF4-FFF2-40B4-BE49-F238E27FC236}">
                <a16:creationId xmlns:a16="http://schemas.microsoft.com/office/drawing/2014/main" id="{ED0A37DE-A604-D4C1-0B84-F2E543B757E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60836" y="2992971"/>
            <a:ext cx="1985132" cy="264802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200" b="1" i="0">
                <a:latin typeface="Franklin Gothic Book" panose="020B05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39" name="Textplatzhalter 127">
            <a:extLst>
              <a:ext uri="{FF2B5EF4-FFF2-40B4-BE49-F238E27FC236}">
                <a16:creationId xmlns:a16="http://schemas.microsoft.com/office/drawing/2014/main" id="{7520CDEF-9935-C75C-846C-8B0ABA2E33F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626665" y="2992971"/>
            <a:ext cx="1985132" cy="264802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200" b="1" i="0">
                <a:latin typeface="Franklin Gothic Book" panose="020B05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40" name="Textplatzhalter 127">
            <a:extLst>
              <a:ext uri="{FF2B5EF4-FFF2-40B4-BE49-F238E27FC236}">
                <a16:creationId xmlns:a16="http://schemas.microsoft.com/office/drawing/2014/main" id="{84F86729-281A-6285-4D36-701560DEC4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60836" y="5917707"/>
            <a:ext cx="1985132" cy="264802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200" b="1" i="0">
                <a:latin typeface="Franklin Gothic Book" panose="020B05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41" name="Textplatzhalter 127">
            <a:extLst>
              <a:ext uri="{FF2B5EF4-FFF2-40B4-BE49-F238E27FC236}">
                <a16:creationId xmlns:a16="http://schemas.microsoft.com/office/drawing/2014/main" id="{87D6F83C-0FFD-099A-C274-9B37C4CC05A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626665" y="5917707"/>
            <a:ext cx="1985132" cy="264802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200" b="1" i="0">
                <a:latin typeface="Franklin Gothic Book" panose="020B05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5392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ic Grid Sites | v.1 | Titel + Pic | 2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Bildplatzhalter 13">
            <a:extLst>
              <a:ext uri="{FF2B5EF4-FFF2-40B4-BE49-F238E27FC236}">
                <a16:creationId xmlns:a16="http://schemas.microsoft.com/office/drawing/2014/main" id="{4394ABD4-4691-9E21-B62B-9877B9E0CF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1381" y="1657822"/>
            <a:ext cx="3825644" cy="46874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3FCD4C28-EBCC-CF04-53D5-CC6978FE8E8D}"/>
              </a:ext>
            </a:extLst>
          </p:cNvPr>
          <p:cNvSpPr/>
          <p:nvPr userDrawn="1"/>
        </p:nvSpPr>
        <p:spPr>
          <a:xfrm rot="5400000">
            <a:off x="-19367" y="2195123"/>
            <a:ext cx="4694844" cy="3606798"/>
          </a:xfrm>
          <a:prstGeom prst="rect">
            <a:avLst/>
          </a:prstGeom>
          <a:gradFill>
            <a:gsLst>
              <a:gs pos="18000">
                <a:schemeClr val="accent3">
                  <a:lumMod val="5000"/>
                  <a:lumOff val="95000"/>
                  <a:alpha val="0"/>
                </a:schemeClr>
              </a:gs>
              <a:gs pos="70000">
                <a:schemeClr val="bg1">
                  <a:alpha val="639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000100"/>
              </a:solidFill>
            </a:endParaRPr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45C67E9D-1645-3B48-B340-7011EB6CB7F1}"/>
              </a:ext>
            </a:extLst>
          </p:cNvPr>
          <p:cNvCxnSpPr>
            <a:cxnSpLocks/>
          </p:cNvCxnSpPr>
          <p:nvPr userDrawn="1"/>
        </p:nvCxnSpPr>
        <p:spPr>
          <a:xfrm>
            <a:off x="7086600" y="1654707"/>
            <a:ext cx="0" cy="470385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C80E5E3F-8F39-1618-3407-BC25E05F2FE9}"/>
              </a:ext>
            </a:extLst>
          </p:cNvPr>
          <p:cNvSpPr txBox="1"/>
          <p:nvPr userDrawn="1"/>
        </p:nvSpPr>
        <p:spPr>
          <a:xfrm>
            <a:off x="6648939" y="2436580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01</a:t>
            </a:r>
          </a:p>
        </p:txBody>
      </p:sp>
      <p:cxnSp>
        <p:nvCxnSpPr>
          <p:cNvPr id="12" name="Gerade Verbindung 11">
            <a:extLst>
              <a:ext uri="{FF2B5EF4-FFF2-40B4-BE49-F238E27FC236}">
                <a16:creationId xmlns:a16="http://schemas.microsoft.com/office/drawing/2014/main" id="{1239B166-1E3F-9921-0189-FCCCD74D6446}"/>
              </a:ext>
            </a:extLst>
          </p:cNvPr>
          <p:cNvCxnSpPr>
            <a:cxnSpLocks/>
          </p:cNvCxnSpPr>
          <p:nvPr userDrawn="1"/>
        </p:nvCxnSpPr>
        <p:spPr>
          <a:xfrm flipH="1">
            <a:off x="4374116" y="3994448"/>
            <a:ext cx="7292835" cy="493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3BE46B6D-1930-58D5-DC65-E8D5E7A59FF1}"/>
              </a:ext>
            </a:extLst>
          </p:cNvPr>
          <p:cNvCxnSpPr>
            <a:cxnSpLocks/>
          </p:cNvCxnSpPr>
          <p:nvPr userDrawn="1"/>
        </p:nvCxnSpPr>
        <p:spPr>
          <a:xfrm>
            <a:off x="9424169" y="1654707"/>
            <a:ext cx="0" cy="470385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B877707B-E348-292F-FE32-4AFC5C547430}"/>
              </a:ext>
            </a:extLst>
          </p:cNvPr>
          <p:cNvSpPr txBox="1"/>
          <p:nvPr userDrawn="1"/>
        </p:nvSpPr>
        <p:spPr>
          <a:xfrm>
            <a:off x="8985268" y="1654707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A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0DCDE45-C501-5BE3-E9E5-496F64945987}"/>
              </a:ext>
            </a:extLst>
          </p:cNvPr>
          <p:cNvSpPr txBox="1"/>
          <p:nvPr userDrawn="1"/>
        </p:nvSpPr>
        <p:spPr>
          <a:xfrm>
            <a:off x="11224312" y="1654707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B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76A2AF58-505D-FBAE-C6C6-C0AD71321266}"/>
              </a:ext>
            </a:extLst>
          </p:cNvPr>
          <p:cNvSpPr txBox="1"/>
          <p:nvPr userDrawn="1"/>
        </p:nvSpPr>
        <p:spPr>
          <a:xfrm>
            <a:off x="8985268" y="3994007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C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5585D389-3C01-AC03-A9CB-F43F04A1A14F}"/>
              </a:ext>
            </a:extLst>
          </p:cNvPr>
          <p:cNvSpPr txBox="1"/>
          <p:nvPr userDrawn="1"/>
        </p:nvSpPr>
        <p:spPr>
          <a:xfrm>
            <a:off x="11233837" y="3994006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D</a:t>
            </a:r>
          </a:p>
        </p:txBody>
      </p:sp>
      <p:cxnSp>
        <p:nvCxnSpPr>
          <p:cNvPr id="23" name="Gerade Verbindung 22">
            <a:extLst>
              <a:ext uri="{FF2B5EF4-FFF2-40B4-BE49-F238E27FC236}">
                <a16:creationId xmlns:a16="http://schemas.microsoft.com/office/drawing/2014/main" id="{3070AE1C-152C-475E-3538-1B89F6202955}"/>
              </a:ext>
            </a:extLst>
          </p:cNvPr>
          <p:cNvCxnSpPr>
            <a:cxnSpLocks/>
          </p:cNvCxnSpPr>
          <p:nvPr userDrawn="1"/>
        </p:nvCxnSpPr>
        <p:spPr>
          <a:xfrm flipH="1">
            <a:off x="4372392" y="2825575"/>
            <a:ext cx="271216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23">
            <a:extLst>
              <a:ext uri="{FF2B5EF4-FFF2-40B4-BE49-F238E27FC236}">
                <a16:creationId xmlns:a16="http://schemas.microsoft.com/office/drawing/2014/main" id="{54EE5BFD-12FE-1A03-28C8-CDEE767632AF}"/>
              </a:ext>
            </a:extLst>
          </p:cNvPr>
          <p:cNvCxnSpPr>
            <a:cxnSpLocks/>
          </p:cNvCxnSpPr>
          <p:nvPr userDrawn="1"/>
        </p:nvCxnSpPr>
        <p:spPr>
          <a:xfrm flipH="1">
            <a:off x="4372392" y="5177974"/>
            <a:ext cx="271216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1F27967E-D7EC-17B9-619D-6E21E4BBFE73}"/>
              </a:ext>
            </a:extLst>
          </p:cNvPr>
          <p:cNvSpPr txBox="1"/>
          <p:nvPr userDrawn="1"/>
        </p:nvSpPr>
        <p:spPr>
          <a:xfrm>
            <a:off x="6648939" y="3605519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02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F19BB7A1-C4AC-C31D-E35C-5C6A1F9EF8F0}"/>
              </a:ext>
            </a:extLst>
          </p:cNvPr>
          <p:cNvSpPr txBox="1"/>
          <p:nvPr userDrawn="1"/>
        </p:nvSpPr>
        <p:spPr>
          <a:xfrm>
            <a:off x="6648939" y="4788914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03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A402CCEB-A3F1-9E34-25CB-D878BE401451}"/>
              </a:ext>
            </a:extLst>
          </p:cNvPr>
          <p:cNvSpPr txBox="1"/>
          <p:nvPr userDrawn="1"/>
        </p:nvSpPr>
        <p:spPr>
          <a:xfrm>
            <a:off x="6648939" y="5965350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04</a:t>
            </a:r>
          </a:p>
        </p:txBody>
      </p:sp>
      <p:cxnSp>
        <p:nvCxnSpPr>
          <p:cNvPr id="32" name="Gerade Verbindung 31">
            <a:extLst>
              <a:ext uri="{FF2B5EF4-FFF2-40B4-BE49-F238E27FC236}">
                <a16:creationId xmlns:a16="http://schemas.microsoft.com/office/drawing/2014/main" id="{D90920E5-F81E-9A21-D2AF-8607920E659F}"/>
              </a:ext>
            </a:extLst>
          </p:cNvPr>
          <p:cNvCxnSpPr>
            <a:cxnSpLocks/>
          </p:cNvCxnSpPr>
          <p:nvPr userDrawn="1"/>
        </p:nvCxnSpPr>
        <p:spPr>
          <a:xfrm>
            <a:off x="4366549" y="1651099"/>
            <a:ext cx="0" cy="470745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3">
            <a:extLst>
              <a:ext uri="{FF2B5EF4-FFF2-40B4-BE49-F238E27FC236}">
                <a16:creationId xmlns:a16="http://schemas.microsoft.com/office/drawing/2014/main" id="{45D83D0A-CFD1-1B2D-1D1F-1C7E97313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66" y="709896"/>
            <a:ext cx="10825997" cy="3651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 baseline="0">
                <a:solidFill>
                  <a:srgbClr val="000100"/>
                </a:solidFill>
                <a:latin typeface="Franklin Gothic Demi" panose="020B0603020102020204" pitchFamily="34" charset="0"/>
                <a:ea typeface="+mj-ea"/>
                <a:cs typeface="+mj-cs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4">
            <a:extLst>
              <a:ext uri="{FF2B5EF4-FFF2-40B4-BE49-F238E27FC236}">
                <a16:creationId xmlns:a16="http://schemas.microsoft.com/office/drawing/2014/main" id="{344ED1CB-787D-3A5F-E229-33C2983828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2624" y="1057907"/>
            <a:ext cx="10825993" cy="3163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00100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4" name="Gerade Verbindung 3">
            <a:extLst>
              <a:ext uri="{FF2B5EF4-FFF2-40B4-BE49-F238E27FC236}">
                <a16:creationId xmlns:a16="http://schemas.microsoft.com/office/drawing/2014/main" id="{613C6455-8BAF-B61B-7B16-D96BC15BD14A}"/>
              </a:ext>
            </a:extLst>
          </p:cNvPr>
          <p:cNvCxnSpPr>
            <a:cxnSpLocks/>
          </p:cNvCxnSpPr>
          <p:nvPr userDrawn="1"/>
        </p:nvCxnSpPr>
        <p:spPr>
          <a:xfrm>
            <a:off x="517525" y="1654707"/>
            <a:ext cx="1115521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platzhalter 127">
            <a:extLst>
              <a:ext uri="{FF2B5EF4-FFF2-40B4-BE49-F238E27FC236}">
                <a16:creationId xmlns:a16="http://schemas.microsoft.com/office/drawing/2014/main" id="{48D31547-D473-E861-318A-CC0232FFA2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7294" y="1660789"/>
            <a:ext cx="2058227" cy="115440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 b="0" i="0">
                <a:latin typeface="Franklin Gothic Medium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41" name="Textplatzhalter 127">
            <a:extLst>
              <a:ext uri="{FF2B5EF4-FFF2-40B4-BE49-F238E27FC236}">
                <a16:creationId xmlns:a16="http://schemas.microsoft.com/office/drawing/2014/main" id="{FD421F66-D99A-B4DA-D388-AA10DDEF93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7294" y="2829662"/>
            <a:ext cx="2058227" cy="115440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 b="0" i="0">
                <a:latin typeface="Franklin Gothic Medium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42" name="Textplatzhalter 127">
            <a:extLst>
              <a:ext uri="{FF2B5EF4-FFF2-40B4-BE49-F238E27FC236}">
                <a16:creationId xmlns:a16="http://schemas.microsoft.com/office/drawing/2014/main" id="{00D78268-9123-3311-D436-154073ECE2B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7294" y="4006121"/>
            <a:ext cx="2058227" cy="115440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 b="0" i="0">
                <a:latin typeface="Franklin Gothic Medium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43" name="Textplatzhalter 127">
            <a:extLst>
              <a:ext uri="{FF2B5EF4-FFF2-40B4-BE49-F238E27FC236}">
                <a16:creationId xmlns:a16="http://schemas.microsoft.com/office/drawing/2014/main" id="{D3534D0D-AEF1-B740-77E4-A3EB9F0254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7294" y="5189808"/>
            <a:ext cx="2058227" cy="115440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 b="0" i="0">
                <a:latin typeface="Franklin Gothic Medium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44" name="Textplatzhalter 127">
            <a:extLst>
              <a:ext uri="{FF2B5EF4-FFF2-40B4-BE49-F238E27FC236}">
                <a16:creationId xmlns:a16="http://schemas.microsoft.com/office/drawing/2014/main" id="{9BD215EC-4BF5-BA6A-D790-7470AE8AEF2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60836" y="3603123"/>
            <a:ext cx="1985132" cy="264802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200" b="1" i="0">
                <a:latin typeface="Franklin Gothic Book" panose="020B05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45" name="Textplatzhalter 127">
            <a:extLst>
              <a:ext uri="{FF2B5EF4-FFF2-40B4-BE49-F238E27FC236}">
                <a16:creationId xmlns:a16="http://schemas.microsoft.com/office/drawing/2014/main" id="{36DFBEC3-25B2-0F5D-AE29-79A15C1605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613218" y="3603123"/>
            <a:ext cx="1985132" cy="264802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200" b="1" i="0">
                <a:latin typeface="Franklin Gothic Book" panose="020B05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46" name="Textplatzhalter 127">
            <a:extLst>
              <a:ext uri="{FF2B5EF4-FFF2-40B4-BE49-F238E27FC236}">
                <a16:creationId xmlns:a16="http://schemas.microsoft.com/office/drawing/2014/main" id="{3D0C96EF-CE9D-9206-2AB4-9E8500E374C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60836" y="5963082"/>
            <a:ext cx="1985132" cy="264802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200" b="1" i="0">
                <a:latin typeface="Franklin Gothic Book" panose="020B05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47" name="Textplatzhalter 127">
            <a:extLst>
              <a:ext uri="{FF2B5EF4-FFF2-40B4-BE49-F238E27FC236}">
                <a16:creationId xmlns:a16="http://schemas.microsoft.com/office/drawing/2014/main" id="{2E154F86-3C64-7FE7-8048-E244950D2D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613218" y="5963082"/>
            <a:ext cx="1985132" cy="264802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200" b="1" i="0">
                <a:latin typeface="Franklin Gothic Book" panose="020B05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926522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 Grid Sites | v.1 | Titel + Pic | 2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ildplatzhalter 13">
            <a:extLst>
              <a:ext uri="{FF2B5EF4-FFF2-40B4-BE49-F238E27FC236}">
                <a16:creationId xmlns:a16="http://schemas.microsoft.com/office/drawing/2014/main" id="{882026A6-170C-A20E-CA23-61FC2716DC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1381" y="519463"/>
            <a:ext cx="3827602" cy="58257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3FCD4C28-EBCC-CF04-53D5-CC6978FE8E8D}"/>
              </a:ext>
            </a:extLst>
          </p:cNvPr>
          <p:cNvSpPr/>
          <p:nvPr userDrawn="1"/>
        </p:nvSpPr>
        <p:spPr>
          <a:xfrm rot="5400000">
            <a:off x="-586178" y="1628312"/>
            <a:ext cx="5828466" cy="3606798"/>
          </a:xfrm>
          <a:prstGeom prst="rect">
            <a:avLst/>
          </a:prstGeom>
          <a:gradFill>
            <a:gsLst>
              <a:gs pos="18000">
                <a:schemeClr val="accent3">
                  <a:lumMod val="5000"/>
                  <a:lumOff val="95000"/>
                  <a:alpha val="0"/>
                </a:schemeClr>
              </a:gs>
              <a:gs pos="70000">
                <a:schemeClr val="bg1">
                  <a:alpha val="639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000100"/>
              </a:solidFill>
            </a:endParaRPr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45C67E9D-1645-3B48-B340-7011EB6CB7F1}"/>
              </a:ext>
            </a:extLst>
          </p:cNvPr>
          <p:cNvCxnSpPr>
            <a:cxnSpLocks/>
          </p:cNvCxnSpPr>
          <p:nvPr userDrawn="1"/>
        </p:nvCxnSpPr>
        <p:spPr>
          <a:xfrm>
            <a:off x="7086600" y="514350"/>
            <a:ext cx="0" cy="584420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C80E5E3F-8F39-1618-3407-BC25E05F2FE9}"/>
              </a:ext>
            </a:extLst>
          </p:cNvPr>
          <p:cNvSpPr txBox="1"/>
          <p:nvPr userDrawn="1"/>
        </p:nvSpPr>
        <p:spPr>
          <a:xfrm>
            <a:off x="6648939" y="1583792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01</a:t>
            </a:r>
          </a:p>
        </p:txBody>
      </p:sp>
      <p:cxnSp>
        <p:nvCxnSpPr>
          <p:cNvPr id="12" name="Gerade Verbindung 11">
            <a:extLst>
              <a:ext uri="{FF2B5EF4-FFF2-40B4-BE49-F238E27FC236}">
                <a16:creationId xmlns:a16="http://schemas.microsoft.com/office/drawing/2014/main" id="{1239B166-1E3F-9921-0189-FCCCD74D6446}"/>
              </a:ext>
            </a:extLst>
          </p:cNvPr>
          <p:cNvCxnSpPr>
            <a:cxnSpLocks/>
          </p:cNvCxnSpPr>
          <p:nvPr userDrawn="1"/>
        </p:nvCxnSpPr>
        <p:spPr>
          <a:xfrm flipH="1">
            <a:off x="4374116" y="3435769"/>
            <a:ext cx="7292835" cy="493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22">
            <a:extLst>
              <a:ext uri="{FF2B5EF4-FFF2-40B4-BE49-F238E27FC236}">
                <a16:creationId xmlns:a16="http://schemas.microsoft.com/office/drawing/2014/main" id="{3070AE1C-152C-475E-3538-1B89F6202955}"/>
              </a:ext>
            </a:extLst>
          </p:cNvPr>
          <p:cNvCxnSpPr>
            <a:cxnSpLocks/>
          </p:cNvCxnSpPr>
          <p:nvPr userDrawn="1"/>
        </p:nvCxnSpPr>
        <p:spPr>
          <a:xfrm flipH="1">
            <a:off x="4372392" y="1973273"/>
            <a:ext cx="543051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23">
            <a:extLst>
              <a:ext uri="{FF2B5EF4-FFF2-40B4-BE49-F238E27FC236}">
                <a16:creationId xmlns:a16="http://schemas.microsoft.com/office/drawing/2014/main" id="{54EE5BFD-12FE-1A03-28C8-CDEE767632AF}"/>
              </a:ext>
            </a:extLst>
          </p:cNvPr>
          <p:cNvCxnSpPr>
            <a:cxnSpLocks/>
          </p:cNvCxnSpPr>
          <p:nvPr userDrawn="1"/>
        </p:nvCxnSpPr>
        <p:spPr>
          <a:xfrm flipH="1">
            <a:off x="4372392" y="4897248"/>
            <a:ext cx="543051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1F27967E-D7EC-17B9-619D-6E21E4BBFE73}"/>
              </a:ext>
            </a:extLst>
          </p:cNvPr>
          <p:cNvSpPr txBox="1"/>
          <p:nvPr userDrawn="1"/>
        </p:nvSpPr>
        <p:spPr>
          <a:xfrm>
            <a:off x="6648939" y="3045239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02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F19BB7A1-C4AC-C31D-E35C-5C6A1F9EF8F0}"/>
              </a:ext>
            </a:extLst>
          </p:cNvPr>
          <p:cNvSpPr txBox="1"/>
          <p:nvPr userDrawn="1"/>
        </p:nvSpPr>
        <p:spPr>
          <a:xfrm>
            <a:off x="6648939" y="4506416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03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A402CCEB-A3F1-9E34-25CB-D878BE401451}"/>
              </a:ext>
            </a:extLst>
          </p:cNvPr>
          <p:cNvSpPr txBox="1"/>
          <p:nvPr userDrawn="1"/>
        </p:nvSpPr>
        <p:spPr>
          <a:xfrm>
            <a:off x="6648939" y="5965350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04</a:t>
            </a:r>
          </a:p>
        </p:txBody>
      </p:sp>
      <p:cxnSp>
        <p:nvCxnSpPr>
          <p:cNvPr id="32" name="Gerade Verbindung 31">
            <a:extLst>
              <a:ext uri="{FF2B5EF4-FFF2-40B4-BE49-F238E27FC236}">
                <a16:creationId xmlns:a16="http://schemas.microsoft.com/office/drawing/2014/main" id="{D90920E5-F81E-9A21-D2AF-8607920E659F}"/>
              </a:ext>
            </a:extLst>
          </p:cNvPr>
          <p:cNvCxnSpPr>
            <a:cxnSpLocks/>
          </p:cNvCxnSpPr>
          <p:nvPr userDrawn="1"/>
        </p:nvCxnSpPr>
        <p:spPr>
          <a:xfrm>
            <a:off x="4366549" y="514350"/>
            <a:ext cx="0" cy="584420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2">
            <a:extLst>
              <a:ext uri="{FF2B5EF4-FFF2-40B4-BE49-F238E27FC236}">
                <a16:creationId xmlns:a16="http://schemas.microsoft.com/office/drawing/2014/main" id="{8DDD4E1D-3759-4641-291B-B010861A9BD2}"/>
              </a:ext>
            </a:extLst>
          </p:cNvPr>
          <p:cNvCxnSpPr>
            <a:cxnSpLocks/>
          </p:cNvCxnSpPr>
          <p:nvPr userDrawn="1"/>
        </p:nvCxnSpPr>
        <p:spPr>
          <a:xfrm>
            <a:off x="7086600" y="514350"/>
            <a:ext cx="0" cy="584420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3">
            <a:extLst>
              <a:ext uri="{FF2B5EF4-FFF2-40B4-BE49-F238E27FC236}">
                <a16:creationId xmlns:a16="http://schemas.microsoft.com/office/drawing/2014/main" id="{99B111FD-2F5F-03EA-62CA-9486015FB587}"/>
              </a:ext>
            </a:extLst>
          </p:cNvPr>
          <p:cNvCxnSpPr>
            <a:cxnSpLocks/>
          </p:cNvCxnSpPr>
          <p:nvPr userDrawn="1"/>
        </p:nvCxnSpPr>
        <p:spPr>
          <a:xfrm>
            <a:off x="9802905" y="514350"/>
            <a:ext cx="0" cy="584420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234D99F5-FB9E-A463-0653-02E88895347C}"/>
              </a:ext>
            </a:extLst>
          </p:cNvPr>
          <p:cNvSpPr txBox="1"/>
          <p:nvPr userDrawn="1"/>
        </p:nvSpPr>
        <p:spPr>
          <a:xfrm>
            <a:off x="11233837" y="515039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A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4EA560D-FC86-C7E7-A154-9FC85EB2A477}"/>
              </a:ext>
            </a:extLst>
          </p:cNvPr>
          <p:cNvSpPr txBox="1"/>
          <p:nvPr userDrawn="1"/>
        </p:nvSpPr>
        <p:spPr>
          <a:xfrm>
            <a:off x="11230662" y="3434134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B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498ADFD-FFB2-AE1A-78D9-AA876CEE719D}"/>
              </a:ext>
            </a:extLst>
          </p:cNvPr>
          <p:cNvSpPr txBox="1"/>
          <p:nvPr userDrawn="1"/>
        </p:nvSpPr>
        <p:spPr>
          <a:xfrm>
            <a:off x="9364004" y="1583792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05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05D66722-E767-E432-5209-BDE10B6DEE92}"/>
              </a:ext>
            </a:extLst>
          </p:cNvPr>
          <p:cNvSpPr txBox="1"/>
          <p:nvPr userDrawn="1"/>
        </p:nvSpPr>
        <p:spPr>
          <a:xfrm>
            <a:off x="9364004" y="3045239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06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0EE3C674-4986-4030-1D31-75970DFA3D71}"/>
              </a:ext>
            </a:extLst>
          </p:cNvPr>
          <p:cNvSpPr txBox="1"/>
          <p:nvPr userDrawn="1"/>
        </p:nvSpPr>
        <p:spPr>
          <a:xfrm>
            <a:off x="9364004" y="4506416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07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E20B9930-EC16-100D-FAAE-BA2587839026}"/>
              </a:ext>
            </a:extLst>
          </p:cNvPr>
          <p:cNvSpPr txBox="1"/>
          <p:nvPr userDrawn="1"/>
        </p:nvSpPr>
        <p:spPr>
          <a:xfrm>
            <a:off x="9364004" y="5965350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08</a:t>
            </a:r>
          </a:p>
        </p:txBody>
      </p:sp>
      <p:sp>
        <p:nvSpPr>
          <p:cNvPr id="43" name="Textplatzhalter 127">
            <a:extLst>
              <a:ext uri="{FF2B5EF4-FFF2-40B4-BE49-F238E27FC236}">
                <a16:creationId xmlns:a16="http://schemas.microsoft.com/office/drawing/2014/main" id="{DF21AEEE-4D94-D8F8-613D-771ECB22C1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7294" y="525365"/>
            <a:ext cx="2058227" cy="143586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 b="0" i="0">
                <a:latin typeface="Franklin Gothic Medium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44" name="Textplatzhalter 127">
            <a:extLst>
              <a:ext uri="{FF2B5EF4-FFF2-40B4-BE49-F238E27FC236}">
                <a16:creationId xmlns:a16="http://schemas.microsoft.com/office/drawing/2014/main" id="{AFEE8A30-B2D9-2CA3-C953-7440A4FA70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7294" y="1983614"/>
            <a:ext cx="2058227" cy="143586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 b="0" i="0">
                <a:latin typeface="Franklin Gothic Medium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45" name="Textplatzhalter 127">
            <a:extLst>
              <a:ext uri="{FF2B5EF4-FFF2-40B4-BE49-F238E27FC236}">
                <a16:creationId xmlns:a16="http://schemas.microsoft.com/office/drawing/2014/main" id="{CD2C8DB6-D0C1-8FFA-9230-4178C66B25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7294" y="3449344"/>
            <a:ext cx="2058227" cy="143586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 b="0" i="0">
                <a:latin typeface="Franklin Gothic Medium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46" name="Textplatzhalter 127">
            <a:extLst>
              <a:ext uri="{FF2B5EF4-FFF2-40B4-BE49-F238E27FC236}">
                <a16:creationId xmlns:a16="http://schemas.microsoft.com/office/drawing/2014/main" id="{9005F27C-135F-94AA-F980-BA7A95F99D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7294" y="4908350"/>
            <a:ext cx="2058227" cy="143586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 b="0" i="0">
                <a:latin typeface="Franklin Gothic Medium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47" name="Textplatzhalter 127">
            <a:extLst>
              <a:ext uri="{FF2B5EF4-FFF2-40B4-BE49-F238E27FC236}">
                <a16:creationId xmlns:a16="http://schemas.microsoft.com/office/drawing/2014/main" id="{7D06B2C6-F1A9-5EA5-D51A-414C906266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59983" y="525365"/>
            <a:ext cx="2058227" cy="143586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 b="0" i="0">
                <a:latin typeface="Franklin Gothic Medium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48" name="Textplatzhalter 127">
            <a:extLst>
              <a:ext uri="{FF2B5EF4-FFF2-40B4-BE49-F238E27FC236}">
                <a16:creationId xmlns:a16="http://schemas.microsoft.com/office/drawing/2014/main" id="{ADEBDB09-2318-D406-6369-55F14BB5C7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59983" y="1983614"/>
            <a:ext cx="2058227" cy="143586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 b="0" i="0">
                <a:latin typeface="Franklin Gothic Medium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49" name="Textplatzhalter 127">
            <a:extLst>
              <a:ext uri="{FF2B5EF4-FFF2-40B4-BE49-F238E27FC236}">
                <a16:creationId xmlns:a16="http://schemas.microsoft.com/office/drawing/2014/main" id="{87C072A2-DCBF-6E89-2BF0-90A15E3FA1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59983" y="3449344"/>
            <a:ext cx="2058227" cy="143586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 b="0" i="0">
                <a:latin typeface="Franklin Gothic Medium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50" name="Textplatzhalter 127">
            <a:extLst>
              <a:ext uri="{FF2B5EF4-FFF2-40B4-BE49-F238E27FC236}">
                <a16:creationId xmlns:a16="http://schemas.microsoft.com/office/drawing/2014/main" id="{7AEF5B46-5E45-5D5D-4EE7-5152C9D45C2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59983" y="4908350"/>
            <a:ext cx="2058227" cy="143586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 b="0" i="0">
                <a:latin typeface="Franklin Gothic Medium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76453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ic Grid Sites | v.1 | Titel + Pic | 2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ildplatzhalter 13">
            <a:extLst>
              <a:ext uri="{FF2B5EF4-FFF2-40B4-BE49-F238E27FC236}">
                <a16:creationId xmlns:a16="http://schemas.microsoft.com/office/drawing/2014/main" id="{123BCCB6-0BDF-3068-7040-52B2D4ACEF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1381" y="1657822"/>
            <a:ext cx="3825644" cy="46874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3">
            <a:extLst>
              <a:ext uri="{FF2B5EF4-FFF2-40B4-BE49-F238E27FC236}">
                <a16:creationId xmlns:a16="http://schemas.microsoft.com/office/drawing/2014/main" id="{ED96324F-F86B-C8F7-F2FD-94FC8D24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66" y="709896"/>
            <a:ext cx="10825997" cy="3651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 baseline="0">
                <a:solidFill>
                  <a:srgbClr val="000100"/>
                </a:solidFill>
                <a:latin typeface="Franklin Gothic Demi" panose="020B0603020102020204" pitchFamily="34" charset="0"/>
                <a:ea typeface="+mj-ea"/>
                <a:cs typeface="+mj-cs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3" name="Textplatzhalter 4">
            <a:extLst>
              <a:ext uri="{FF2B5EF4-FFF2-40B4-BE49-F238E27FC236}">
                <a16:creationId xmlns:a16="http://schemas.microsoft.com/office/drawing/2014/main" id="{A4FF64D7-CA6F-B4BC-611A-62AA7FB747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2624" y="1057907"/>
            <a:ext cx="10825993" cy="3163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00100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04094BB3-D309-23F9-4320-3DCD31216737}"/>
              </a:ext>
            </a:extLst>
          </p:cNvPr>
          <p:cNvSpPr/>
          <p:nvPr userDrawn="1"/>
        </p:nvSpPr>
        <p:spPr>
          <a:xfrm rot="5400000">
            <a:off x="-19367" y="2195123"/>
            <a:ext cx="4694844" cy="3606798"/>
          </a:xfrm>
          <a:prstGeom prst="rect">
            <a:avLst/>
          </a:prstGeom>
          <a:gradFill>
            <a:gsLst>
              <a:gs pos="18000">
                <a:schemeClr val="accent3">
                  <a:lumMod val="5000"/>
                  <a:lumOff val="95000"/>
                  <a:alpha val="0"/>
                </a:schemeClr>
              </a:gs>
              <a:gs pos="70000">
                <a:schemeClr val="bg1">
                  <a:alpha val="639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000100"/>
              </a:solidFill>
            </a:endParaRPr>
          </a:p>
        </p:txBody>
      </p:sp>
      <p:cxnSp>
        <p:nvCxnSpPr>
          <p:cNvPr id="63" name="Gerade Verbindung 62">
            <a:extLst>
              <a:ext uri="{FF2B5EF4-FFF2-40B4-BE49-F238E27FC236}">
                <a16:creationId xmlns:a16="http://schemas.microsoft.com/office/drawing/2014/main" id="{E590C705-B965-240F-68C2-72710DA74942}"/>
              </a:ext>
            </a:extLst>
          </p:cNvPr>
          <p:cNvCxnSpPr>
            <a:cxnSpLocks/>
          </p:cNvCxnSpPr>
          <p:nvPr userDrawn="1"/>
        </p:nvCxnSpPr>
        <p:spPr>
          <a:xfrm>
            <a:off x="7086600" y="1654707"/>
            <a:ext cx="0" cy="470385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feld 63">
            <a:extLst>
              <a:ext uri="{FF2B5EF4-FFF2-40B4-BE49-F238E27FC236}">
                <a16:creationId xmlns:a16="http://schemas.microsoft.com/office/drawing/2014/main" id="{525F8133-3D6D-88D9-3A08-90EFEC3B3CBC}"/>
              </a:ext>
            </a:extLst>
          </p:cNvPr>
          <p:cNvSpPr txBox="1"/>
          <p:nvPr userDrawn="1"/>
        </p:nvSpPr>
        <p:spPr>
          <a:xfrm>
            <a:off x="6648939" y="2436580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01</a:t>
            </a:r>
          </a:p>
        </p:txBody>
      </p:sp>
      <p:cxnSp>
        <p:nvCxnSpPr>
          <p:cNvPr id="65" name="Gerade Verbindung 64">
            <a:extLst>
              <a:ext uri="{FF2B5EF4-FFF2-40B4-BE49-F238E27FC236}">
                <a16:creationId xmlns:a16="http://schemas.microsoft.com/office/drawing/2014/main" id="{04B045E7-976C-52BC-4DB9-F536B93F1FCB}"/>
              </a:ext>
            </a:extLst>
          </p:cNvPr>
          <p:cNvCxnSpPr>
            <a:cxnSpLocks/>
          </p:cNvCxnSpPr>
          <p:nvPr userDrawn="1"/>
        </p:nvCxnSpPr>
        <p:spPr>
          <a:xfrm flipH="1">
            <a:off x="4374116" y="3994448"/>
            <a:ext cx="7292835" cy="493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feld 72">
            <a:extLst>
              <a:ext uri="{FF2B5EF4-FFF2-40B4-BE49-F238E27FC236}">
                <a16:creationId xmlns:a16="http://schemas.microsoft.com/office/drawing/2014/main" id="{EFBB733F-DC76-2A5A-7DCB-287DFC63B7DB}"/>
              </a:ext>
            </a:extLst>
          </p:cNvPr>
          <p:cNvSpPr txBox="1"/>
          <p:nvPr userDrawn="1"/>
        </p:nvSpPr>
        <p:spPr>
          <a:xfrm>
            <a:off x="11224312" y="1654707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A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990A2607-4FE9-E27A-4DD2-F18AA45867F4}"/>
              </a:ext>
            </a:extLst>
          </p:cNvPr>
          <p:cNvSpPr txBox="1"/>
          <p:nvPr userDrawn="1"/>
        </p:nvSpPr>
        <p:spPr>
          <a:xfrm>
            <a:off x="11233837" y="3994006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B</a:t>
            </a:r>
          </a:p>
        </p:txBody>
      </p:sp>
      <p:cxnSp>
        <p:nvCxnSpPr>
          <p:cNvPr id="76" name="Gerade Verbindung 75">
            <a:extLst>
              <a:ext uri="{FF2B5EF4-FFF2-40B4-BE49-F238E27FC236}">
                <a16:creationId xmlns:a16="http://schemas.microsoft.com/office/drawing/2014/main" id="{70D033B8-9B9A-71A0-43AA-94338D3AACFD}"/>
              </a:ext>
            </a:extLst>
          </p:cNvPr>
          <p:cNvCxnSpPr>
            <a:cxnSpLocks/>
          </p:cNvCxnSpPr>
          <p:nvPr userDrawn="1"/>
        </p:nvCxnSpPr>
        <p:spPr>
          <a:xfrm flipH="1">
            <a:off x="4372392" y="2825575"/>
            <a:ext cx="543051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Gerade Verbindung 76">
            <a:extLst>
              <a:ext uri="{FF2B5EF4-FFF2-40B4-BE49-F238E27FC236}">
                <a16:creationId xmlns:a16="http://schemas.microsoft.com/office/drawing/2014/main" id="{BC3459C7-A739-9726-3EC8-3CAEE7A446CF}"/>
              </a:ext>
            </a:extLst>
          </p:cNvPr>
          <p:cNvCxnSpPr>
            <a:cxnSpLocks/>
          </p:cNvCxnSpPr>
          <p:nvPr userDrawn="1"/>
        </p:nvCxnSpPr>
        <p:spPr>
          <a:xfrm flipH="1">
            <a:off x="4372392" y="5177974"/>
            <a:ext cx="543051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feld 77">
            <a:extLst>
              <a:ext uri="{FF2B5EF4-FFF2-40B4-BE49-F238E27FC236}">
                <a16:creationId xmlns:a16="http://schemas.microsoft.com/office/drawing/2014/main" id="{3163996C-DFBF-09C2-73FB-3F97403D4D02}"/>
              </a:ext>
            </a:extLst>
          </p:cNvPr>
          <p:cNvSpPr txBox="1"/>
          <p:nvPr userDrawn="1"/>
        </p:nvSpPr>
        <p:spPr>
          <a:xfrm>
            <a:off x="6648939" y="3605519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02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AF505986-020F-8872-4EAD-A370F738F6F1}"/>
              </a:ext>
            </a:extLst>
          </p:cNvPr>
          <p:cNvSpPr txBox="1"/>
          <p:nvPr userDrawn="1"/>
        </p:nvSpPr>
        <p:spPr>
          <a:xfrm>
            <a:off x="6648939" y="4788914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03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B43D3656-77BB-AC91-CF84-ECA1F9F4D7B9}"/>
              </a:ext>
            </a:extLst>
          </p:cNvPr>
          <p:cNvSpPr txBox="1"/>
          <p:nvPr userDrawn="1"/>
        </p:nvSpPr>
        <p:spPr>
          <a:xfrm>
            <a:off x="6648939" y="5965350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04</a:t>
            </a:r>
          </a:p>
        </p:txBody>
      </p:sp>
      <p:cxnSp>
        <p:nvCxnSpPr>
          <p:cNvPr id="84" name="Gerade Verbindung 83">
            <a:extLst>
              <a:ext uri="{FF2B5EF4-FFF2-40B4-BE49-F238E27FC236}">
                <a16:creationId xmlns:a16="http://schemas.microsoft.com/office/drawing/2014/main" id="{76D91FD9-9542-3834-6FE2-FB2DC74BFD0B}"/>
              </a:ext>
            </a:extLst>
          </p:cNvPr>
          <p:cNvCxnSpPr>
            <a:cxnSpLocks/>
          </p:cNvCxnSpPr>
          <p:nvPr userDrawn="1"/>
        </p:nvCxnSpPr>
        <p:spPr>
          <a:xfrm>
            <a:off x="4366549" y="1651099"/>
            <a:ext cx="0" cy="470745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Gerade Verbindung 84">
            <a:extLst>
              <a:ext uri="{FF2B5EF4-FFF2-40B4-BE49-F238E27FC236}">
                <a16:creationId xmlns:a16="http://schemas.microsoft.com/office/drawing/2014/main" id="{08E7F7ED-FC0D-0443-AE1E-0E9EB1188B9C}"/>
              </a:ext>
            </a:extLst>
          </p:cNvPr>
          <p:cNvCxnSpPr>
            <a:cxnSpLocks/>
          </p:cNvCxnSpPr>
          <p:nvPr userDrawn="1"/>
        </p:nvCxnSpPr>
        <p:spPr>
          <a:xfrm>
            <a:off x="517525" y="1654707"/>
            <a:ext cx="1115521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feld 87">
            <a:extLst>
              <a:ext uri="{FF2B5EF4-FFF2-40B4-BE49-F238E27FC236}">
                <a16:creationId xmlns:a16="http://schemas.microsoft.com/office/drawing/2014/main" id="{3D75BE82-3898-3CF0-DFBB-B76F7CB8D460}"/>
              </a:ext>
            </a:extLst>
          </p:cNvPr>
          <p:cNvSpPr txBox="1"/>
          <p:nvPr userDrawn="1"/>
        </p:nvSpPr>
        <p:spPr>
          <a:xfrm>
            <a:off x="9366939" y="2436580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05</a:t>
            </a:r>
          </a:p>
        </p:txBody>
      </p:sp>
      <p:sp>
        <p:nvSpPr>
          <p:cNvPr id="89" name="Textfeld 88">
            <a:extLst>
              <a:ext uri="{FF2B5EF4-FFF2-40B4-BE49-F238E27FC236}">
                <a16:creationId xmlns:a16="http://schemas.microsoft.com/office/drawing/2014/main" id="{E8F1A519-8B80-2532-1A17-A954DCDBA39B}"/>
              </a:ext>
            </a:extLst>
          </p:cNvPr>
          <p:cNvSpPr txBox="1"/>
          <p:nvPr userDrawn="1"/>
        </p:nvSpPr>
        <p:spPr>
          <a:xfrm>
            <a:off x="9366939" y="3605519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06</a:t>
            </a:r>
          </a:p>
        </p:txBody>
      </p:sp>
      <p:sp>
        <p:nvSpPr>
          <p:cNvPr id="90" name="Textfeld 89">
            <a:extLst>
              <a:ext uri="{FF2B5EF4-FFF2-40B4-BE49-F238E27FC236}">
                <a16:creationId xmlns:a16="http://schemas.microsoft.com/office/drawing/2014/main" id="{49B8E33D-D799-15E8-8435-39EE2AE00132}"/>
              </a:ext>
            </a:extLst>
          </p:cNvPr>
          <p:cNvSpPr txBox="1"/>
          <p:nvPr userDrawn="1"/>
        </p:nvSpPr>
        <p:spPr>
          <a:xfrm>
            <a:off x="9366939" y="4788914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07</a:t>
            </a:r>
          </a:p>
        </p:txBody>
      </p:sp>
      <p:sp>
        <p:nvSpPr>
          <p:cNvPr id="91" name="Textfeld 90">
            <a:extLst>
              <a:ext uri="{FF2B5EF4-FFF2-40B4-BE49-F238E27FC236}">
                <a16:creationId xmlns:a16="http://schemas.microsoft.com/office/drawing/2014/main" id="{280649E1-C672-071E-2863-3594F66479E5}"/>
              </a:ext>
            </a:extLst>
          </p:cNvPr>
          <p:cNvSpPr txBox="1"/>
          <p:nvPr userDrawn="1"/>
        </p:nvSpPr>
        <p:spPr>
          <a:xfrm>
            <a:off x="9366939" y="5965350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08</a:t>
            </a:r>
          </a:p>
        </p:txBody>
      </p:sp>
      <p:cxnSp>
        <p:nvCxnSpPr>
          <p:cNvPr id="96" name="Gerade Verbindung 95">
            <a:extLst>
              <a:ext uri="{FF2B5EF4-FFF2-40B4-BE49-F238E27FC236}">
                <a16:creationId xmlns:a16="http://schemas.microsoft.com/office/drawing/2014/main" id="{F273A2B0-E7AA-E741-CC78-E8D788F30CA9}"/>
              </a:ext>
            </a:extLst>
          </p:cNvPr>
          <p:cNvCxnSpPr>
            <a:cxnSpLocks/>
          </p:cNvCxnSpPr>
          <p:nvPr userDrawn="1"/>
        </p:nvCxnSpPr>
        <p:spPr>
          <a:xfrm>
            <a:off x="9802905" y="1651099"/>
            <a:ext cx="0" cy="470745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platzhalter 127">
            <a:extLst>
              <a:ext uri="{FF2B5EF4-FFF2-40B4-BE49-F238E27FC236}">
                <a16:creationId xmlns:a16="http://schemas.microsoft.com/office/drawing/2014/main" id="{0DCB7D4D-D77A-E45E-0735-2909D76C3C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7294" y="1660789"/>
            <a:ext cx="2058227" cy="115440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 b="0" i="0">
                <a:latin typeface="Franklin Gothic Medium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02" name="Textplatzhalter 127">
            <a:extLst>
              <a:ext uri="{FF2B5EF4-FFF2-40B4-BE49-F238E27FC236}">
                <a16:creationId xmlns:a16="http://schemas.microsoft.com/office/drawing/2014/main" id="{9A88AF35-083B-59A4-2BAA-7FB18830742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7294" y="2829662"/>
            <a:ext cx="2058227" cy="115440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 b="0" i="0">
                <a:latin typeface="Franklin Gothic Medium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03" name="Textplatzhalter 127">
            <a:extLst>
              <a:ext uri="{FF2B5EF4-FFF2-40B4-BE49-F238E27FC236}">
                <a16:creationId xmlns:a16="http://schemas.microsoft.com/office/drawing/2014/main" id="{5E564A11-8A6F-37B1-9788-92A7C7D3D6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7294" y="4006121"/>
            <a:ext cx="2058227" cy="115440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 b="0" i="0">
                <a:latin typeface="Franklin Gothic Medium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04" name="Textplatzhalter 127">
            <a:extLst>
              <a:ext uri="{FF2B5EF4-FFF2-40B4-BE49-F238E27FC236}">
                <a16:creationId xmlns:a16="http://schemas.microsoft.com/office/drawing/2014/main" id="{08AF20BD-55EC-5860-8CB0-83D9884F0B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7294" y="5189808"/>
            <a:ext cx="2058227" cy="115440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 b="0" i="0">
                <a:latin typeface="Franklin Gothic Medium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05" name="Textplatzhalter 127">
            <a:extLst>
              <a:ext uri="{FF2B5EF4-FFF2-40B4-BE49-F238E27FC236}">
                <a16:creationId xmlns:a16="http://schemas.microsoft.com/office/drawing/2014/main" id="{4DE67A44-224A-C943-B407-7C1B6A5F3C4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86876" y="1660789"/>
            <a:ext cx="2058227" cy="115440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 b="0" i="0">
                <a:latin typeface="Franklin Gothic Medium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06" name="Textplatzhalter 127">
            <a:extLst>
              <a:ext uri="{FF2B5EF4-FFF2-40B4-BE49-F238E27FC236}">
                <a16:creationId xmlns:a16="http://schemas.microsoft.com/office/drawing/2014/main" id="{8E1CF6AB-CA07-25A2-F2F7-C8843C7B678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86876" y="2829662"/>
            <a:ext cx="2058227" cy="115440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 b="0" i="0">
                <a:latin typeface="Franklin Gothic Medium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07" name="Textplatzhalter 127">
            <a:extLst>
              <a:ext uri="{FF2B5EF4-FFF2-40B4-BE49-F238E27FC236}">
                <a16:creationId xmlns:a16="http://schemas.microsoft.com/office/drawing/2014/main" id="{4C93A279-822A-37EC-55B3-70590866634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86876" y="4006121"/>
            <a:ext cx="2058227" cy="115440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 b="0" i="0">
                <a:latin typeface="Franklin Gothic Medium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08" name="Textplatzhalter 127">
            <a:extLst>
              <a:ext uri="{FF2B5EF4-FFF2-40B4-BE49-F238E27FC236}">
                <a16:creationId xmlns:a16="http://schemas.microsoft.com/office/drawing/2014/main" id="{A3C47F6F-6623-E856-6309-93EFB09CBC0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86876" y="5189808"/>
            <a:ext cx="2058227" cy="115440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 b="0" i="0">
                <a:latin typeface="Franklin Gothic Medium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34533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 Grid Sites | v.1 | Titel + Pic | 2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ildplatzhalter 13">
            <a:extLst>
              <a:ext uri="{FF2B5EF4-FFF2-40B4-BE49-F238E27FC236}">
                <a16:creationId xmlns:a16="http://schemas.microsoft.com/office/drawing/2014/main" id="{2437B87B-A4CD-DEC5-075A-9930611C7E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1381" y="519463"/>
            <a:ext cx="3827602" cy="58257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3FCD4C28-EBCC-CF04-53D5-CC6978FE8E8D}"/>
              </a:ext>
            </a:extLst>
          </p:cNvPr>
          <p:cNvSpPr/>
          <p:nvPr userDrawn="1"/>
        </p:nvSpPr>
        <p:spPr>
          <a:xfrm rot="5400000">
            <a:off x="-586178" y="1628312"/>
            <a:ext cx="5828466" cy="3606798"/>
          </a:xfrm>
          <a:prstGeom prst="rect">
            <a:avLst/>
          </a:prstGeom>
          <a:gradFill>
            <a:gsLst>
              <a:gs pos="18000">
                <a:schemeClr val="accent3">
                  <a:lumMod val="5000"/>
                  <a:lumOff val="95000"/>
                  <a:alpha val="0"/>
                </a:schemeClr>
              </a:gs>
              <a:gs pos="70000">
                <a:schemeClr val="bg1">
                  <a:alpha val="639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000100"/>
              </a:solidFill>
            </a:endParaRPr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45C67E9D-1645-3B48-B340-7011EB6CB7F1}"/>
              </a:ext>
            </a:extLst>
          </p:cNvPr>
          <p:cNvCxnSpPr>
            <a:cxnSpLocks/>
          </p:cNvCxnSpPr>
          <p:nvPr userDrawn="1"/>
        </p:nvCxnSpPr>
        <p:spPr>
          <a:xfrm>
            <a:off x="7086600" y="514350"/>
            <a:ext cx="0" cy="584420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C80E5E3F-8F39-1618-3407-BC25E05F2FE9}"/>
              </a:ext>
            </a:extLst>
          </p:cNvPr>
          <p:cNvSpPr txBox="1"/>
          <p:nvPr userDrawn="1"/>
        </p:nvSpPr>
        <p:spPr>
          <a:xfrm>
            <a:off x="6648939" y="1583792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01</a:t>
            </a:r>
          </a:p>
        </p:txBody>
      </p:sp>
      <p:cxnSp>
        <p:nvCxnSpPr>
          <p:cNvPr id="12" name="Gerade Verbindung 11">
            <a:extLst>
              <a:ext uri="{FF2B5EF4-FFF2-40B4-BE49-F238E27FC236}">
                <a16:creationId xmlns:a16="http://schemas.microsoft.com/office/drawing/2014/main" id="{1239B166-1E3F-9921-0189-FCCCD74D6446}"/>
              </a:ext>
            </a:extLst>
          </p:cNvPr>
          <p:cNvCxnSpPr>
            <a:cxnSpLocks/>
          </p:cNvCxnSpPr>
          <p:nvPr userDrawn="1"/>
        </p:nvCxnSpPr>
        <p:spPr>
          <a:xfrm flipH="1">
            <a:off x="4374116" y="3435769"/>
            <a:ext cx="7292835" cy="493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22">
            <a:extLst>
              <a:ext uri="{FF2B5EF4-FFF2-40B4-BE49-F238E27FC236}">
                <a16:creationId xmlns:a16="http://schemas.microsoft.com/office/drawing/2014/main" id="{3070AE1C-152C-475E-3538-1B89F6202955}"/>
              </a:ext>
            </a:extLst>
          </p:cNvPr>
          <p:cNvCxnSpPr>
            <a:cxnSpLocks/>
          </p:cNvCxnSpPr>
          <p:nvPr userDrawn="1"/>
        </p:nvCxnSpPr>
        <p:spPr>
          <a:xfrm flipH="1">
            <a:off x="4372392" y="1973273"/>
            <a:ext cx="272127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23">
            <a:extLst>
              <a:ext uri="{FF2B5EF4-FFF2-40B4-BE49-F238E27FC236}">
                <a16:creationId xmlns:a16="http://schemas.microsoft.com/office/drawing/2014/main" id="{54EE5BFD-12FE-1A03-28C8-CDEE767632AF}"/>
              </a:ext>
            </a:extLst>
          </p:cNvPr>
          <p:cNvCxnSpPr>
            <a:cxnSpLocks/>
          </p:cNvCxnSpPr>
          <p:nvPr userDrawn="1"/>
        </p:nvCxnSpPr>
        <p:spPr>
          <a:xfrm flipH="1">
            <a:off x="4372392" y="4897248"/>
            <a:ext cx="272127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1F27967E-D7EC-17B9-619D-6E21E4BBFE73}"/>
              </a:ext>
            </a:extLst>
          </p:cNvPr>
          <p:cNvSpPr txBox="1"/>
          <p:nvPr userDrawn="1"/>
        </p:nvSpPr>
        <p:spPr>
          <a:xfrm>
            <a:off x="6648939" y="3045239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02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F19BB7A1-C4AC-C31D-E35C-5C6A1F9EF8F0}"/>
              </a:ext>
            </a:extLst>
          </p:cNvPr>
          <p:cNvSpPr txBox="1"/>
          <p:nvPr userDrawn="1"/>
        </p:nvSpPr>
        <p:spPr>
          <a:xfrm>
            <a:off x="6648939" y="4506416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03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A402CCEB-A3F1-9E34-25CB-D878BE401451}"/>
              </a:ext>
            </a:extLst>
          </p:cNvPr>
          <p:cNvSpPr txBox="1"/>
          <p:nvPr userDrawn="1"/>
        </p:nvSpPr>
        <p:spPr>
          <a:xfrm>
            <a:off x="6648939" y="5965350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04</a:t>
            </a:r>
          </a:p>
        </p:txBody>
      </p:sp>
      <p:cxnSp>
        <p:nvCxnSpPr>
          <p:cNvPr id="32" name="Gerade Verbindung 31">
            <a:extLst>
              <a:ext uri="{FF2B5EF4-FFF2-40B4-BE49-F238E27FC236}">
                <a16:creationId xmlns:a16="http://schemas.microsoft.com/office/drawing/2014/main" id="{D90920E5-F81E-9A21-D2AF-8607920E659F}"/>
              </a:ext>
            </a:extLst>
          </p:cNvPr>
          <p:cNvCxnSpPr>
            <a:cxnSpLocks/>
          </p:cNvCxnSpPr>
          <p:nvPr userDrawn="1"/>
        </p:nvCxnSpPr>
        <p:spPr>
          <a:xfrm>
            <a:off x="4366549" y="514350"/>
            <a:ext cx="0" cy="584420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2">
            <a:extLst>
              <a:ext uri="{FF2B5EF4-FFF2-40B4-BE49-F238E27FC236}">
                <a16:creationId xmlns:a16="http://schemas.microsoft.com/office/drawing/2014/main" id="{8DDD4E1D-3759-4641-291B-B010861A9BD2}"/>
              </a:ext>
            </a:extLst>
          </p:cNvPr>
          <p:cNvCxnSpPr>
            <a:cxnSpLocks/>
          </p:cNvCxnSpPr>
          <p:nvPr userDrawn="1"/>
        </p:nvCxnSpPr>
        <p:spPr>
          <a:xfrm>
            <a:off x="7086600" y="514350"/>
            <a:ext cx="0" cy="584420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234D99F5-FB9E-A463-0653-02E88895347C}"/>
              </a:ext>
            </a:extLst>
          </p:cNvPr>
          <p:cNvSpPr txBox="1"/>
          <p:nvPr userDrawn="1"/>
        </p:nvSpPr>
        <p:spPr>
          <a:xfrm>
            <a:off x="11233837" y="515039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A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4EA560D-FC86-C7E7-A154-9FC85EB2A477}"/>
              </a:ext>
            </a:extLst>
          </p:cNvPr>
          <p:cNvSpPr txBox="1"/>
          <p:nvPr userDrawn="1"/>
        </p:nvSpPr>
        <p:spPr>
          <a:xfrm>
            <a:off x="11230662" y="3434134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B</a:t>
            </a:r>
          </a:p>
        </p:txBody>
      </p:sp>
      <p:sp>
        <p:nvSpPr>
          <p:cNvPr id="20" name="Textplatzhalter 127">
            <a:extLst>
              <a:ext uri="{FF2B5EF4-FFF2-40B4-BE49-F238E27FC236}">
                <a16:creationId xmlns:a16="http://schemas.microsoft.com/office/drawing/2014/main" id="{B11CFF9E-55D4-8621-ABFD-E8412F8050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7294" y="525365"/>
            <a:ext cx="2058227" cy="143586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 b="0" i="0">
                <a:latin typeface="Franklin Gothic Medium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21" name="Textplatzhalter 127">
            <a:extLst>
              <a:ext uri="{FF2B5EF4-FFF2-40B4-BE49-F238E27FC236}">
                <a16:creationId xmlns:a16="http://schemas.microsoft.com/office/drawing/2014/main" id="{52EA254B-FDF1-D134-7F6C-3530EAE8CC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7294" y="1983614"/>
            <a:ext cx="2058227" cy="143586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 b="0" i="0">
                <a:latin typeface="Franklin Gothic Medium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22" name="Textplatzhalter 127">
            <a:extLst>
              <a:ext uri="{FF2B5EF4-FFF2-40B4-BE49-F238E27FC236}">
                <a16:creationId xmlns:a16="http://schemas.microsoft.com/office/drawing/2014/main" id="{07B94696-D377-2C14-0368-5DBA7B3ACD4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7294" y="3449344"/>
            <a:ext cx="2058227" cy="143586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 b="0" i="0">
                <a:latin typeface="Franklin Gothic Medium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40" name="Textplatzhalter 127">
            <a:extLst>
              <a:ext uri="{FF2B5EF4-FFF2-40B4-BE49-F238E27FC236}">
                <a16:creationId xmlns:a16="http://schemas.microsoft.com/office/drawing/2014/main" id="{38DD918A-D2BE-D6DD-8F53-E6CA0734D3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7294" y="4908350"/>
            <a:ext cx="2058227" cy="143586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 b="0" i="0">
                <a:latin typeface="Franklin Gothic Medium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41" name="Textplatzhalter 127">
            <a:extLst>
              <a:ext uri="{FF2B5EF4-FFF2-40B4-BE49-F238E27FC236}">
                <a16:creationId xmlns:a16="http://schemas.microsoft.com/office/drawing/2014/main" id="{E5B06829-3A13-FEF6-A11F-C8C02F874DD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75912" y="2992971"/>
            <a:ext cx="2535032" cy="264802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200" b="1" i="0">
                <a:latin typeface="Franklin Gothic Book" panose="020B05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42" name="Textplatzhalter 127">
            <a:extLst>
              <a:ext uri="{FF2B5EF4-FFF2-40B4-BE49-F238E27FC236}">
                <a16:creationId xmlns:a16="http://schemas.microsoft.com/office/drawing/2014/main" id="{A2E1997D-6E50-F0E6-4206-A3D4083F67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75912" y="5931153"/>
            <a:ext cx="2535032" cy="264802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200" b="1" i="0">
                <a:latin typeface="Franklin Gothic Book" panose="020B05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89908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ic Grid Sites | v.1 | Titel + Pic | 2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13">
            <a:extLst>
              <a:ext uri="{FF2B5EF4-FFF2-40B4-BE49-F238E27FC236}">
                <a16:creationId xmlns:a16="http://schemas.microsoft.com/office/drawing/2014/main" id="{900FB5F9-1976-3999-0BDC-F5BEB1086C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1381" y="1657822"/>
            <a:ext cx="3825644" cy="46874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3">
            <a:extLst>
              <a:ext uri="{FF2B5EF4-FFF2-40B4-BE49-F238E27FC236}">
                <a16:creationId xmlns:a16="http://schemas.microsoft.com/office/drawing/2014/main" id="{ED96324F-F86B-C8F7-F2FD-94FC8D24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66" y="709896"/>
            <a:ext cx="10825997" cy="3651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 baseline="0">
                <a:solidFill>
                  <a:srgbClr val="000100"/>
                </a:solidFill>
                <a:latin typeface="Franklin Gothic Demi" panose="020B0603020102020204" pitchFamily="34" charset="0"/>
                <a:ea typeface="+mj-ea"/>
                <a:cs typeface="+mj-cs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3" name="Textplatzhalter 4">
            <a:extLst>
              <a:ext uri="{FF2B5EF4-FFF2-40B4-BE49-F238E27FC236}">
                <a16:creationId xmlns:a16="http://schemas.microsoft.com/office/drawing/2014/main" id="{A4FF64D7-CA6F-B4BC-611A-62AA7FB747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2624" y="1057907"/>
            <a:ext cx="10825993" cy="3163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00100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04094BB3-D309-23F9-4320-3DCD31216737}"/>
              </a:ext>
            </a:extLst>
          </p:cNvPr>
          <p:cNvSpPr/>
          <p:nvPr userDrawn="1"/>
        </p:nvSpPr>
        <p:spPr>
          <a:xfrm rot="5400000">
            <a:off x="-19367" y="2195123"/>
            <a:ext cx="4694844" cy="3606798"/>
          </a:xfrm>
          <a:prstGeom prst="rect">
            <a:avLst/>
          </a:prstGeom>
          <a:gradFill>
            <a:gsLst>
              <a:gs pos="18000">
                <a:schemeClr val="accent3">
                  <a:lumMod val="5000"/>
                  <a:lumOff val="95000"/>
                  <a:alpha val="0"/>
                </a:schemeClr>
              </a:gs>
              <a:gs pos="70000">
                <a:schemeClr val="bg1">
                  <a:alpha val="639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000100"/>
              </a:solidFill>
            </a:endParaRPr>
          </a:p>
        </p:txBody>
      </p:sp>
      <p:cxnSp>
        <p:nvCxnSpPr>
          <p:cNvPr id="63" name="Gerade Verbindung 62">
            <a:extLst>
              <a:ext uri="{FF2B5EF4-FFF2-40B4-BE49-F238E27FC236}">
                <a16:creationId xmlns:a16="http://schemas.microsoft.com/office/drawing/2014/main" id="{E590C705-B965-240F-68C2-72710DA74942}"/>
              </a:ext>
            </a:extLst>
          </p:cNvPr>
          <p:cNvCxnSpPr>
            <a:cxnSpLocks/>
          </p:cNvCxnSpPr>
          <p:nvPr userDrawn="1"/>
        </p:nvCxnSpPr>
        <p:spPr>
          <a:xfrm>
            <a:off x="7086600" y="1654707"/>
            <a:ext cx="0" cy="470385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feld 63">
            <a:extLst>
              <a:ext uri="{FF2B5EF4-FFF2-40B4-BE49-F238E27FC236}">
                <a16:creationId xmlns:a16="http://schemas.microsoft.com/office/drawing/2014/main" id="{525F8133-3D6D-88D9-3A08-90EFEC3B3CBC}"/>
              </a:ext>
            </a:extLst>
          </p:cNvPr>
          <p:cNvSpPr txBox="1"/>
          <p:nvPr userDrawn="1"/>
        </p:nvSpPr>
        <p:spPr>
          <a:xfrm>
            <a:off x="6648939" y="2436580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01</a:t>
            </a:r>
          </a:p>
        </p:txBody>
      </p:sp>
      <p:cxnSp>
        <p:nvCxnSpPr>
          <p:cNvPr id="65" name="Gerade Verbindung 64">
            <a:extLst>
              <a:ext uri="{FF2B5EF4-FFF2-40B4-BE49-F238E27FC236}">
                <a16:creationId xmlns:a16="http://schemas.microsoft.com/office/drawing/2014/main" id="{04B045E7-976C-52BC-4DB9-F536B93F1FCB}"/>
              </a:ext>
            </a:extLst>
          </p:cNvPr>
          <p:cNvCxnSpPr>
            <a:cxnSpLocks/>
          </p:cNvCxnSpPr>
          <p:nvPr userDrawn="1"/>
        </p:nvCxnSpPr>
        <p:spPr>
          <a:xfrm flipH="1">
            <a:off x="4374116" y="3994448"/>
            <a:ext cx="7292835" cy="493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feld 72">
            <a:extLst>
              <a:ext uri="{FF2B5EF4-FFF2-40B4-BE49-F238E27FC236}">
                <a16:creationId xmlns:a16="http://schemas.microsoft.com/office/drawing/2014/main" id="{EFBB733F-DC76-2A5A-7DCB-287DFC63B7DB}"/>
              </a:ext>
            </a:extLst>
          </p:cNvPr>
          <p:cNvSpPr txBox="1"/>
          <p:nvPr userDrawn="1"/>
        </p:nvSpPr>
        <p:spPr>
          <a:xfrm>
            <a:off x="11224312" y="1654707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A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990A2607-4FE9-E27A-4DD2-F18AA45867F4}"/>
              </a:ext>
            </a:extLst>
          </p:cNvPr>
          <p:cNvSpPr txBox="1"/>
          <p:nvPr userDrawn="1"/>
        </p:nvSpPr>
        <p:spPr>
          <a:xfrm>
            <a:off x="11233837" y="3994006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B</a:t>
            </a:r>
          </a:p>
        </p:txBody>
      </p:sp>
      <p:cxnSp>
        <p:nvCxnSpPr>
          <p:cNvPr id="76" name="Gerade Verbindung 75">
            <a:extLst>
              <a:ext uri="{FF2B5EF4-FFF2-40B4-BE49-F238E27FC236}">
                <a16:creationId xmlns:a16="http://schemas.microsoft.com/office/drawing/2014/main" id="{70D033B8-9B9A-71A0-43AA-94338D3AACFD}"/>
              </a:ext>
            </a:extLst>
          </p:cNvPr>
          <p:cNvCxnSpPr>
            <a:cxnSpLocks/>
          </p:cNvCxnSpPr>
          <p:nvPr userDrawn="1"/>
        </p:nvCxnSpPr>
        <p:spPr>
          <a:xfrm flipH="1">
            <a:off x="4372392" y="2825575"/>
            <a:ext cx="271217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Gerade Verbindung 76">
            <a:extLst>
              <a:ext uri="{FF2B5EF4-FFF2-40B4-BE49-F238E27FC236}">
                <a16:creationId xmlns:a16="http://schemas.microsoft.com/office/drawing/2014/main" id="{BC3459C7-A739-9726-3EC8-3CAEE7A446CF}"/>
              </a:ext>
            </a:extLst>
          </p:cNvPr>
          <p:cNvCxnSpPr>
            <a:cxnSpLocks/>
          </p:cNvCxnSpPr>
          <p:nvPr userDrawn="1"/>
        </p:nvCxnSpPr>
        <p:spPr>
          <a:xfrm flipH="1">
            <a:off x="4372392" y="5177974"/>
            <a:ext cx="271217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feld 77">
            <a:extLst>
              <a:ext uri="{FF2B5EF4-FFF2-40B4-BE49-F238E27FC236}">
                <a16:creationId xmlns:a16="http://schemas.microsoft.com/office/drawing/2014/main" id="{3163996C-DFBF-09C2-73FB-3F97403D4D02}"/>
              </a:ext>
            </a:extLst>
          </p:cNvPr>
          <p:cNvSpPr txBox="1"/>
          <p:nvPr userDrawn="1"/>
        </p:nvSpPr>
        <p:spPr>
          <a:xfrm>
            <a:off x="6648939" y="3605519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02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AF505986-020F-8872-4EAD-A370F738F6F1}"/>
              </a:ext>
            </a:extLst>
          </p:cNvPr>
          <p:cNvSpPr txBox="1"/>
          <p:nvPr userDrawn="1"/>
        </p:nvSpPr>
        <p:spPr>
          <a:xfrm>
            <a:off x="6648939" y="4788914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03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B43D3656-77BB-AC91-CF84-ECA1F9F4D7B9}"/>
              </a:ext>
            </a:extLst>
          </p:cNvPr>
          <p:cNvSpPr txBox="1"/>
          <p:nvPr userDrawn="1"/>
        </p:nvSpPr>
        <p:spPr>
          <a:xfrm>
            <a:off x="6648939" y="5965350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04</a:t>
            </a:r>
          </a:p>
        </p:txBody>
      </p:sp>
      <p:cxnSp>
        <p:nvCxnSpPr>
          <p:cNvPr id="84" name="Gerade Verbindung 83">
            <a:extLst>
              <a:ext uri="{FF2B5EF4-FFF2-40B4-BE49-F238E27FC236}">
                <a16:creationId xmlns:a16="http://schemas.microsoft.com/office/drawing/2014/main" id="{76D91FD9-9542-3834-6FE2-FB2DC74BFD0B}"/>
              </a:ext>
            </a:extLst>
          </p:cNvPr>
          <p:cNvCxnSpPr>
            <a:cxnSpLocks/>
          </p:cNvCxnSpPr>
          <p:nvPr userDrawn="1"/>
        </p:nvCxnSpPr>
        <p:spPr>
          <a:xfrm>
            <a:off x="4366549" y="1651099"/>
            <a:ext cx="0" cy="470745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Gerade Verbindung 84">
            <a:extLst>
              <a:ext uri="{FF2B5EF4-FFF2-40B4-BE49-F238E27FC236}">
                <a16:creationId xmlns:a16="http://schemas.microsoft.com/office/drawing/2014/main" id="{08E7F7ED-FC0D-0443-AE1E-0E9EB1188B9C}"/>
              </a:ext>
            </a:extLst>
          </p:cNvPr>
          <p:cNvCxnSpPr>
            <a:cxnSpLocks/>
          </p:cNvCxnSpPr>
          <p:nvPr userDrawn="1"/>
        </p:nvCxnSpPr>
        <p:spPr>
          <a:xfrm>
            <a:off x="517525" y="1654707"/>
            <a:ext cx="1115521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platzhalter 127">
            <a:extLst>
              <a:ext uri="{FF2B5EF4-FFF2-40B4-BE49-F238E27FC236}">
                <a16:creationId xmlns:a16="http://schemas.microsoft.com/office/drawing/2014/main" id="{5F1951B7-9644-C539-8103-F07DDB32FE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75912" y="3577987"/>
            <a:ext cx="2535032" cy="264802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200" b="1" i="0">
                <a:latin typeface="Franklin Gothic Book" panose="020B05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1" name="Textplatzhalter 127">
            <a:extLst>
              <a:ext uri="{FF2B5EF4-FFF2-40B4-BE49-F238E27FC236}">
                <a16:creationId xmlns:a16="http://schemas.microsoft.com/office/drawing/2014/main" id="{514C47A9-0056-4372-3F8A-53CC70EE870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75912" y="5931153"/>
            <a:ext cx="2535032" cy="264802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200" b="1" i="0">
                <a:latin typeface="Franklin Gothic Book" panose="020B05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2" name="Textplatzhalter 127">
            <a:extLst>
              <a:ext uri="{FF2B5EF4-FFF2-40B4-BE49-F238E27FC236}">
                <a16:creationId xmlns:a16="http://schemas.microsoft.com/office/drawing/2014/main" id="{2B158E2F-2FA4-F376-6EB9-103CBA0A48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7294" y="1660789"/>
            <a:ext cx="2058227" cy="115440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 b="0" i="0">
                <a:latin typeface="Franklin Gothic Medium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4" name="Textplatzhalter 127">
            <a:extLst>
              <a:ext uri="{FF2B5EF4-FFF2-40B4-BE49-F238E27FC236}">
                <a16:creationId xmlns:a16="http://schemas.microsoft.com/office/drawing/2014/main" id="{E0ECD468-47F9-2465-DF2D-ADEA1562A3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7294" y="2829662"/>
            <a:ext cx="2058227" cy="115440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 b="0" i="0">
                <a:latin typeface="Franklin Gothic Medium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5" name="Textplatzhalter 127">
            <a:extLst>
              <a:ext uri="{FF2B5EF4-FFF2-40B4-BE49-F238E27FC236}">
                <a16:creationId xmlns:a16="http://schemas.microsoft.com/office/drawing/2014/main" id="{6D66CEFB-0A61-CBCA-2010-2D98220213B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7294" y="4006121"/>
            <a:ext cx="2058227" cy="115440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 b="0" i="0">
                <a:latin typeface="Franklin Gothic Medium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6" name="Textplatzhalter 127">
            <a:extLst>
              <a:ext uri="{FF2B5EF4-FFF2-40B4-BE49-F238E27FC236}">
                <a16:creationId xmlns:a16="http://schemas.microsoft.com/office/drawing/2014/main" id="{79F03F28-B3F4-0E16-C762-4C556B286C2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7294" y="5189808"/>
            <a:ext cx="2058227" cy="115440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 b="0" i="0">
                <a:latin typeface="Franklin Gothic Medium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90840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ic Grid Sites | v.1 | Titel + Pic | 2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3">
            <a:extLst>
              <a:ext uri="{FF2B5EF4-FFF2-40B4-BE49-F238E27FC236}">
                <a16:creationId xmlns:a16="http://schemas.microsoft.com/office/drawing/2014/main" id="{170DCAAC-4AD2-EB20-D7CE-BC4ED5D1A1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1381" y="519463"/>
            <a:ext cx="3827602" cy="58257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3FCD4C28-EBCC-CF04-53D5-CC6978FE8E8D}"/>
              </a:ext>
            </a:extLst>
          </p:cNvPr>
          <p:cNvSpPr/>
          <p:nvPr userDrawn="1"/>
        </p:nvSpPr>
        <p:spPr>
          <a:xfrm rot="5400000">
            <a:off x="-586178" y="1628312"/>
            <a:ext cx="5828466" cy="3606798"/>
          </a:xfrm>
          <a:prstGeom prst="rect">
            <a:avLst/>
          </a:prstGeom>
          <a:gradFill>
            <a:gsLst>
              <a:gs pos="18000">
                <a:schemeClr val="accent3">
                  <a:lumMod val="5000"/>
                  <a:lumOff val="95000"/>
                  <a:alpha val="0"/>
                </a:schemeClr>
              </a:gs>
              <a:gs pos="70000">
                <a:schemeClr val="bg1">
                  <a:alpha val="639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000100"/>
              </a:solidFill>
            </a:endParaRPr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45C67E9D-1645-3B48-B340-7011EB6CB7F1}"/>
              </a:ext>
            </a:extLst>
          </p:cNvPr>
          <p:cNvCxnSpPr>
            <a:cxnSpLocks/>
          </p:cNvCxnSpPr>
          <p:nvPr userDrawn="1"/>
        </p:nvCxnSpPr>
        <p:spPr>
          <a:xfrm>
            <a:off x="7086600" y="514350"/>
            <a:ext cx="0" cy="584420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>
            <a:extLst>
              <a:ext uri="{FF2B5EF4-FFF2-40B4-BE49-F238E27FC236}">
                <a16:creationId xmlns:a16="http://schemas.microsoft.com/office/drawing/2014/main" id="{1239B166-1E3F-9921-0189-FCCCD74D6446}"/>
              </a:ext>
            </a:extLst>
          </p:cNvPr>
          <p:cNvCxnSpPr>
            <a:cxnSpLocks/>
          </p:cNvCxnSpPr>
          <p:nvPr userDrawn="1"/>
        </p:nvCxnSpPr>
        <p:spPr>
          <a:xfrm flipH="1">
            <a:off x="4374116" y="3435769"/>
            <a:ext cx="7292835" cy="493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1F27967E-D7EC-17B9-619D-6E21E4BBFE73}"/>
              </a:ext>
            </a:extLst>
          </p:cNvPr>
          <p:cNvSpPr txBox="1"/>
          <p:nvPr userDrawn="1"/>
        </p:nvSpPr>
        <p:spPr>
          <a:xfrm>
            <a:off x="6648939" y="3045239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01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A402CCEB-A3F1-9E34-25CB-D878BE401451}"/>
              </a:ext>
            </a:extLst>
          </p:cNvPr>
          <p:cNvSpPr txBox="1"/>
          <p:nvPr userDrawn="1"/>
        </p:nvSpPr>
        <p:spPr>
          <a:xfrm>
            <a:off x="6648939" y="5965350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02</a:t>
            </a:r>
          </a:p>
        </p:txBody>
      </p:sp>
      <p:cxnSp>
        <p:nvCxnSpPr>
          <p:cNvPr id="32" name="Gerade Verbindung 31">
            <a:extLst>
              <a:ext uri="{FF2B5EF4-FFF2-40B4-BE49-F238E27FC236}">
                <a16:creationId xmlns:a16="http://schemas.microsoft.com/office/drawing/2014/main" id="{D90920E5-F81E-9A21-D2AF-8607920E659F}"/>
              </a:ext>
            </a:extLst>
          </p:cNvPr>
          <p:cNvCxnSpPr>
            <a:cxnSpLocks/>
          </p:cNvCxnSpPr>
          <p:nvPr userDrawn="1"/>
        </p:nvCxnSpPr>
        <p:spPr>
          <a:xfrm>
            <a:off x="4366549" y="514350"/>
            <a:ext cx="0" cy="584420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2">
            <a:extLst>
              <a:ext uri="{FF2B5EF4-FFF2-40B4-BE49-F238E27FC236}">
                <a16:creationId xmlns:a16="http://schemas.microsoft.com/office/drawing/2014/main" id="{8DDD4E1D-3759-4641-291B-B010861A9BD2}"/>
              </a:ext>
            </a:extLst>
          </p:cNvPr>
          <p:cNvCxnSpPr>
            <a:cxnSpLocks/>
          </p:cNvCxnSpPr>
          <p:nvPr userDrawn="1"/>
        </p:nvCxnSpPr>
        <p:spPr>
          <a:xfrm>
            <a:off x="7086600" y="514350"/>
            <a:ext cx="0" cy="584420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234D99F5-FB9E-A463-0653-02E88895347C}"/>
              </a:ext>
            </a:extLst>
          </p:cNvPr>
          <p:cNvSpPr txBox="1"/>
          <p:nvPr userDrawn="1"/>
        </p:nvSpPr>
        <p:spPr>
          <a:xfrm>
            <a:off x="11233837" y="515039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B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4EA560D-FC86-C7E7-A154-9FC85EB2A477}"/>
              </a:ext>
            </a:extLst>
          </p:cNvPr>
          <p:cNvSpPr txBox="1"/>
          <p:nvPr userDrawn="1"/>
        </p:nvSpPr>
        <p:spPr>
          <a:xfrm>
            <a:off x="11230662" y="3434134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D</a:t>
            </a:r>
          </a:p>
        </p:txBody>
      </p:sp>
      <p:sp>
        <p:nvSpPr>
          <p:cNvPr id="13" name="Textplatzhalter 127">
            <a:extLst>
              <a:ext uri="{FF2B5EF4-FFF2-40B4-BE49-F238E27FC236}">
                <a16:creationId xmlns:a16="http://schemas.microsoft.com/office/drawing/2014/main" id="{71B69B67-9001-BF24-0C4A-744DF9AD83A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75912" y="2992971"/>
            <a:ext cx="2535032" cy="264802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200" b="1" i="0">
                <a:latin typeface="Franklin Gothic Book" panose="020B05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5" name="Textplatzhalter 127">
            <a:extLst>
              <a:ext uri="{FF2B5EF4-FFF2-40B4-BE49-F238E27FC236}">
                <a16:creationId xmlns:a16="http://schemas.microsoft.com/office/drawing/2014/main" id="{B1D153F8-C050-2289-A311-DFF57C85387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75912" y="5931153"/>
            <a:ext cx="2535032" cy="264802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200" b="1" i="0">
                <a:latin typeface="Franklin Gothic Book" panose="020B05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144102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Pic Grid Sites | v.1 | Titel + Pic | 2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8EBFD849-1984-01E5-1C20-078A792568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3289" r="62341"/>
          <a:stretch>
            <a:fillRect/>
          </a:stretch>
        </p:blipFill>
        <p:spPr>
          <a:xfrm>
            <a:off x="513306" y="516532"/>
            <a:ext cx="2132358" cy="5833468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A2C81545-82A6-2276-B6D6-940A3C3A2BD5}"/>
              </a:ext>
            </a:extLst>
          </p:cNvPr>
          <p:cNvSpPr/>
          <p:nvPr userDrawn="1"/>
        </p:nvSpPr>
        <p:spPr>
          <a:xfrm>
            <a:off x="531106" y="4530437"/>
            <a:ext cx="2120864" cy="1830792"/>
          </a:xfrm>
          <a:prstGeom prst="rect">
            <a:avLst/>
          </a:prstGeom>
          <a:gradFill>
            <a:gsLst>
              <a:gs pos="18000">
                <a:schemeClr val="accent3">
                  <a:lumMod val="5000"/>
                  <a:lumOff val="95000"/>
                  <a:alpha val="0"/>
                </a:schemeClr>
              </a:gs>
              <a:gs pos="70000">
                <a:schemeClr val="tx1">
                  <a:alpha val="45803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000100"/>
              </a:solidFill>
            </a:endParaRPr>
          </a:p>
        </p:txBody>
      </p:sp>
      <p:cxnSp>
        <p:nvCxnSpPr>
          <p:cNvPr id="9" name="Gerade Verbindung 8">
            <a:extLst>
              <a:ext uri="{FF2B5EF4-FFF2-40B4-BE49-F238E27FC236}">
                <a16:creationId xmlns:a16="http://schemas.microsoft.com/office/drawing/2014/main" id="{2BD5AE80-327D-B854-A943-DB592350833C}"/>
              </a:ext>
            </a:extLst>
          </p:cNvPr>
          <p:cNvCxnSpPr>
            <a:cxnSpLocks/>
          </p:cNvCxnSpPr>
          <p:nvPr userDrawn="1"/>
        </p:nvCxnSpPr>
        <p:spPr>
          <a:xfrm>
            <a:off x="7174033" y="509149"/>
            <a:ext cx="0" cy="584075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21D50CCE-903F-BE59-DA22-8E45EFE620BC}"/>
              </a:ext>
            </a:extLst>
          </p:cNvPr>
          <p:cNvCxnSpPr>
            <a:cxnSpLocks/>
          </p:cNvCxnSpPr>
          <p:nvPr userDrawn="1"/>
        </p:nvCxnSpPr>
        <p:spPr>
          <a:xfrm>
            <a:off x="2651972" y="3429000"/>
            <a:ext cx="9017822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13">
            <a:extLst>
              <a:ext uri="{FF2B5EF4-FFF2-40B4-BE49-F238E27FC236}">
                <a16:creationId xmlns:a16="http://schemas.microsoft.com/office/drawing/2014/main" id="{CE362251-4355-0C5F-EAB4-854FDED733EC}"/>
              </a:ext>
            </a:extLst>
          </p:cNvPr>
          <p:cNvCxnSpPr>
            <a:cxnSpLocks/>
          </p:cNvCxnSpPr>
          <p:nvPr userDrawn="1"/>
        </p:nvCxnSpPr>
        <p:spPr>
          <a:xfrm>
            <a:off x="2651972" y="520479"/>
            <a:ext cx="0" cy="584075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CD97FA42-D003-FDCE-F215-E654B77260ED}"/>
              </a:ext>
            </a:extLst>
          </p:cNvPr>
          <p:cNvSpPr txBox="1"/>
          <p:nvPr userDrawn="1"/>
        </p:nvSpPr>
        <p:spPr>
          <a:xfrm>
            <a:off x="6734174" y="513639"/>
            <a:ext cx="438901" cy="38892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 b="1">
                <a:latin typeface="Franklin Gothic Demi" panose="020B0603020102020204" pitchFamily="34" charset="0"/>
              </a:rPr>
              <a:t>01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72DE12B3-3AD6-2F58-A456-A35C80C7957A}"/>
              </a:ext>
            </a:extLst>
          </p:cNvPr>
          <p:cNvSpPr txBox="1"/>
          <p:nvPr userDrawn="1"/>
        </p:nvSpPr>
        <p:spPr>
          <a:xfrm>
            <a:off x="11230893" y="513638"/>
            <a:ext cx="438901" cy="38892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 b="1">
                <a:latin typeface="Franklin Gothic Demi" panose="020B0603020102020204" pitchFamily="34" charset="0"/>
              </a:rPr>
              <a:t>02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625E288A-BC02-8411-AC23-02BC14643CAB}"/>
              </a:ext>
            </a:extLst>
          </p:cNvPr>
          <p:cNvSpPr txBox="1"/>
          <p:nvPr userDrawn="1"/>
        </p:nvSpPr>
        <p:spPr>
          <a:xfrm>
            <a:off x="6734174" y="3429000"/>
            <a:ext cx="438901" cy="38892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 b="1">
                <a:latin typeface="Franklin Gothic Demi" panose="020B0603020102020204" pitchFamily="34" charset="0"/>
              </a:rPr>
              <a:t>03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C7C0520-68DE-F08A-ECD3-9D108A33052A}"/>
              </a:ext>
            </a:extLst>
          </p:cNvPr>
          <p:cNvSpPr txBox="1"/>
          <p:nvPr userDrawn="1"/>
        </p:nvSpPr>
        <p:spPr>
          <a:xfrm>
            <a:off x="11230892" y="3425760"/>
            <a:ext cx="438901" cy="38892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 b="1">
                <a:latin typeface="Franklin Gothic Demi" panose="020B0603020102020204" pitchFamily="34" charset="0"/>
              </a:rPr>
              <a:t>04</a:t>
            </a:r>
          </a:p>
        </p:txBody>
      </p:sp>
      <p:sp>
        <p:nvSpPr>
          <p:cNvPr id="62" name="Textplatzhalter 61">
            <a:extLst>
              <a:ext uri="{FF2B5EF4-FFF2-40B4-BE49-F238E27FC236}">
                <a16:creationId xmlns:a16="http://schemas.microsoft.com/office/drawing/2014/main" id="{014464FD-61BA-B3AD-B905-BE5B99F126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87650" y="520479"/>
            <a:ext cx="3903663" cy="38208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1" i="0">
                <a:latin typeface="Franklin Gothic Demi" panose="020B0603020102020204" pitchFamily="34" charset="0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63" name="Textplatzhalter 61">
            <a:extLst>
              <a:ext uri="{FF2B5EF4-FFF2-40B4-BE49-F238E27FC236}">
                <a16:creationId xmlns:a16="http://schemas.microsoft.com/office/drawing/2014/main" id="{E7EB2D5E-F14A-52E7-671C-D885CEAC6A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86498" y="520479"/>
            <a:ext cx="3903663" cy="38208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1" i="0">
                <a:latin typeface="Franklin Gothic Demi" panose="020B0603020102020204" pitchFamily="34" charset="0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64" name="Textplatzhalter 61">
            <a:extLst>
              <a:ext uri="{FF2B5EF4-FFF2-40B4-BE49-F238E27FC236}">
                <a16:creationId xmlns:a16="http://schemas.microsoft.com/office/drawing/2014/main" id="{55C94F25-E047-6AFF-16C5-B09F85D322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87650" y="3446559"/>
            <a:ext cx="3903663" cy="38208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1" i="0">
                <a:latin typeface="Franklin Gothic Demi" panose="020B0603020102020204" pitchFamily="34" charset="0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65" name="Textplatzhalter 61">
            <a:extLst>
              <a:ext uri="{FF2B5EF4-FFF2-40B4-BE49-F238E27FC236}">
                <a16:creationId xmlns:a16="http://schemas.microsoft.com/office/drawing/2014/main" id="{D5C79D75-FF31-F092-DC1D-6533768D35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86498" y="3446559"/>
            <a:ext cx="3903663" cy="38208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1" i="0">
                <a:latin typeface="Franklin Gothic Demi" panose="020B0603020102020204" pitchFamily="34" charset="0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66" name="Textplatzhalter 61">
            <a:extLst>
              <a:ext uri="{FF2B5EF4-FFF2-40B4-BE49-F238E27FC236}">
                <a16:creationId xmlns:a16="http://schemas.microsoft.com/office/drawing/2014/main" id="{0DFB3C44-52E5-B887-8C95-94D526D3A1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16200000">
            <a:off x="-1766152" y="3276530"/>
            <a:ext cx="5447727" cy="38208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b="1" i="0">
                <a:solidFill>
                  <a:schemeClr val="bg1"/>
                </a:solidFill>
                <a:latin typeface="Franklin Gothic Heavy" panose="020B0603020102020204" pitchFamily="34" charset="0"/>
              </a:defRPr>
            </a:lvl1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67" name="Textplatzhalter 61">
            <a:extLst>
              <a:ext uri="{FF2B5EF4-FFF2-40B4-BE49-F238E27FC236}">
                <a16:creationId xmlns:a16="http://schemas.microsoft.com/office/drawing/2014/main" id="{1CF89384-7953-6C7C-1183-1F98E3FA23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6200000">
            <a:off x="-1283432" y="3276530"/>
            <a:ext cx="5447727" cy="38208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de-DE"/>
              <a:t>Subline</a:t>
            </a:r>
          </a:p>
        </p:txBody>
      </p:sp>
    </p:spTree>
    <p:extLst>
      <p:ext uri="{BB962C8B-B14F-4D97-AF65-F5344CB8AC3E}">
        <p14:creationId xmlns:p14="http://schemas.microsoft.com/office/powerpoint/2010/main" val="2273385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Pic Grid Sites | v.1 | Titel + Pic | 2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8EBFD849-1984-01E5-1C20-078A792568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3289" r="62341"/>
          <a:stretch>
            <a:fillRect/>
          </a:stretch>
        </p:blipFill>
        <p:spPr>
          <a:xfrm>
            <a:off x="513306" y="516532"/>
            <a:ext cx="2132358" cy="5833468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A2C81545-82A6-2276-B6D6-940A3C3A2BD5}"/>
              </a:ext>
            </a:extLst>
          </p:cNvPr>
          <p:cNvSpPr/>
          <p:nvPr userDrawn="1"/>
        </p:nvSpPr>
        <p:spPr>
          <a:xfrm>
            <a:off x="531106" y="4530437"/>
            <a:ext cx="2120864" cy="1830792"/>
          </a:xfrm>
          <a:prstGeom prst="rect">
            <a:avLst/>
          </a:prstGeom>
          <a:gradFill>
            <a:gsLst>
              <a:gs pos="18000">
                <a:schemeClr val="accent3">
                  <a:lumMod val="5000"/>
                  <a:lumOff val="95000"/>
                  <a:alpha val="0"/>
                </a:schemeClr>
              </a:gs>
              <a:gs pos="70000">
                <a:schemeClr val="tx1">
                  <a:alpha val="45803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000100"/>
              </a:solidFill>
            </a:endParaRPr>
          </a:p>
        </p:txBody>
      </p:sp>
      <p:cxnSp>
        <p:nvCxnSpPr>
          <p:cNvPr id="14" name="Gerade Verbindung 13">
            <a:extLst>
              <a:ext uri="{FF2B5EF4-FFF2-40B4-BE49-F238E27FC236}">
                <a16:creationId xmlns:a16="http://schemas.microsoft.com/office/drawing/2014/main" id="{CE362251-4355-0C5F-EAB4-854FDED733EC}"/>
              </a:ext>
            </a:extLst>
          </p:cNvPr>
          <p:cNvCxnSpPr>
            <a:cxnSpLocks/>
          </p:cNvCxnSpPr>
          <p:nvPr userDrawn="1"/>
        </p:nvCxnSpPr>
        <p:spPr>
          <a:xfrm>
            <a:off x="2651972" y="520479"/>
            <a:ext cx="0" cy="584075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platzhalter 61">
            <a:extLst>
              <a:ext uri="{FF2B5EF4-FFF2-40B4-BE49-F238E27FC236}">
                <a16:creationId xmlns:a16="http://schemas.microsoft.com/office/drawing/2014/main" id="{0DFB3C44-52E5-B887-8C95-94D526D3A1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16200000">
            <a:off x="-1766152" y="3276530"/>
            <a:ext cx="5447727" cy="38208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b="1" i="0">
                <a:solidFill>
                  <a:schemeClr val="bg1"/>
                </a:solidFill>
                <a:latin typeface="Franklin Gothic Heavy" panose="020B0603020102020204" pitchFamily="34" charset="0"/>
              </a:defRPr>
            </a:lvl1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67" name="Textplatzhalter 61">
            <a:extLst>
              <a:ext uri="{FF2B5EF4-FFF2-40B4-BE49-F238E27FC236}">
                <a16:creationId xmlns:a16="http://schemas.microsoft.com/office/drawing/2014/main" id="{1CF89384-7953-6C7C-1183-1F98E3FA23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6200000">
            <a:off x="-1283432" y="3276530"/>
            <a:ext cx="5447727" cy="38208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de-DE"/>
              <a:t>Subline</a:t>
            </a:r>
          </a:p>
        </p:txBody>
      </p:sp>
      <p:pic>
        <p:nvPicPr>
          <p:cNvPr id="12" name="Grafik 11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73DDB67D-45BF-4B54-CECD-9827B067D0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43280" y="1140389"/>
            <a:ext cx="1187447" cy="258875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BF7791AD-15F4-0BD8-AD88-2BF8CD69A2AC}"/>
              </a:ext>
            </a:extLst>
          </p:cNvPr>
          <p:cNvSpPr txBox="1"/>
          <p:nvPr userDrawn="1"/>
        </p:nvSpPr>
        <p:spPr>
          <a:xfrm>
            <a:off x="11230893" y="513638"/>
            <a:ext cx="438901" cy="38892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 b="1">
                <a:latin typeface="Franklin Gothic Demi" panose="020B0603020102020204" pitchFamily="34" charset="0"/>
              </a:rPr>
              <a:t>01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2CFC318A-6B9D-865F-4D97-A7E30DB3E721}"/>
              </a:ext>
            </a:extLst>
          </p:cNvPr>
          <p:cNvSpPr txBox="1"/>
          <p:nvPr userDrawn="1"/>
        </p:nvSpPr>
        <p:spPr>
          <a:xfrm>
            <a:off x="11230892" y="3425760"/>
            <a:ext cx="438901" cy="38892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 b="1">
                <a:latin typeface="Franklin Gothic Demi" panose="020B0603020102020204" pitchFamily="34" charset="0"/>
              </a:rPr>
              <a:t>02</a:t>
            </a:r>
          </a:p>
        </p:txBody>
      </p:sp>
      <p:sp>
        <p:nvSpPr>
          <p:cNvPr id="27" name="Textplatzhalter 61">
            <a:extLst>
              <a:ext uri="{FF2B5EF4-FFF2-40B4-BE49-F238E27FC236}">
                <a16:creationId xmlns:a16="http://schemas.microsoft.com/office/drawing/2014/main" id="{9BEBC446-DBFB-E68F-AE81-F47CFA74E0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87650" y="520479"/>
            <a:ext cx="8353824" cy="38208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1" i="0">
                <a:latin typeface="Franklin Gothic Demi" panose="020B0603020102020204" pitchFamily="34" charset="0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28" name="Textplatzhalter 61">
            <a:extLst>
              <a:ext uri="{FF2B5EF4-FFF2-40B4-BE49-F238E27FC236}">
                <a16:creationId xmlns:a16="http://schemas.microsoft.com/office/drawing/2014/main" id="{0E810E19-DAC8-8F19-7CCC-CF73EA84C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87650" y="3446559"/>
            <a:ext cx="8353824" cy="38208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1" i="0">
                <a:latin typeface="Franklin Gothic Demi" panose="020B0603020102020204" pitchFamily="34" charset="0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  <p:cxnSp>
        <p:nvCxnSpPr>
          <p:cNvPr id="29" name="Gerade Verbindung 28">
            <a:extLst>
              <a:ext uri="{FF2B5EF4-FFF2-40B4-BE49-F238E27FC236}">
                <a16:creationId xmlns:a16="http://schemas.microsoft.com/office/drawing/2014/main" id="{22BDB405-F761-567D-784E-99602390C033}"/>
              </a:ext>
            </a:extLst>
          </p:cNvPr>
          <p:cNvCxnSpPr>
            <a:cxnSpLocks/>
          </p:cNvCxnSpPr>
          <p:nvPr userDrawn="1"/>
        </p:nvCxnSpPr>
        <p:spPr>
          <a:xfrm>
            <a:off x="2651972" y="3429000"/>
            <a:ext cx="9017822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0178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Pic Grid Sites | v.1 | Titel + Pic | 2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8EBFD849-1984-01E5-1C20-078A792568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3289" r="62341"/>
          <a:stretch>
            <a:fillRect/>
          </a:stretch>
        </p:blipFill>
        <p:spPr>
          <a:xfrm>
            <a:off x="513306" y="516532"/>
            <a:ext cx="2132358" cy="5833468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A2C81545-82A6-2276-B6D6-940A3C3A2BD5}"/>
              </a:ext>
            </a:extLst>
          </p:cNvPr>
          <p:cNvSpPr/>
          <p:nvPr userDrawn="1"/>
        </p:nvSpPr>
        <p:spPr>
          <a:xfrm>
            <a:off x="531106" y="4530437"/>
            <a:ext cx="2120864" cy="1830792"/>
          </a:xfrm>
          <a:prstGeom prst="rect">
            <a:avLst/>
          </a:prstGeom>
          <a:gradFill>
            <a:gsLst>
              <a:gs pos="18000">
                <a:schemeClr val="accent3">
                  <a:lumMod val="5000"/>
                  <a:lumOff val="95000"/>
                  <a:alpha val="0"/>
                </a:schemeClr>
              </a:gs>
              <a:gs pos="70000">
                <a:schemeClr val="tx1">
                  <a:alpha val="45803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000100"/>
              </a:solidFill>
            </a:endParaRPr>
          </a:p>
        </p:txBody>
      </p:sp>
      <p:cxnSp>
        <p:nvCxnSpPr>
          <p:cNvPr id="14" name="Gerade Verbindung 13">
            <a:extLst>
              <a:ext uri="{FF2B5EF4-FFF2-40B4-BE49-F238E27FC236}">
                <a16:creationId xmlns:a16="http://schemas.microsoft.com/office/drawing/2014/main" id="{CE362251-4355-0C5F-EAB4-854FDED733EC}"/>
              </a:ext>
            </a:extLst>
          </p:cNvPr>
          <p:cNvCxnSpPr>
            <a:cxnSpLocks/>
          </p:cNvCxnSpPr>
          <p:nvPr userDrawn="1"/>
        </p:nvCxnSpPr>
        <p:spPr>
          <a:xfrm>
            <a:off x="2651972" y="520479"/>
            <a:ext cx="0" cy="584075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platzhalter 61">
            <a:extLst>
              <a:ext uri="{FF2B5EF4-FFF2-40B4-BE49-F238E27FC236}">
                <a16:creationId xmlns:a16="http://schemas.microsoft.com/office/drawing/2014/main" id="{0DFB3C44-52E5-B887-8C95-94D526D3A1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16200000">
            <a:off x="-1766152" y="3276530"/>
            <a:ext cx="5447727" cy="38208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b="1" i="0">
                <a:solidFill>
                  <a:schemeClr val="bg1"/>
                </a:solidFill>
                <a:latin typeface="Franklin Gothic Heavy" panose="020B0603020102020204" pitchFamily="34" charset="0"/>
              </a:defRPr>
            </a:lvl1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67" name="Textplatzhalter 61">
            <a:extLst>
              <a:ext uri="{FF2B5EF4-FFF2-40B4-BE49-F238E27FC236}">
                <a16:creationId xmlns:a16="http://schemas.microsoft.com/office/drawing/2014/main" id="{1CF89384-7953-6C7C-1183-1F98E3FA23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6200000">
            <a:off x="-1283432" y="3276530"/>
            <a:ext cx="5447727" cy="38208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de-DE"/>
              <a:t>Subline</a:t>
            </a:r>
          </a:p>
        </p:txBody>
      </p:sp>
      <p:pic>
        <p:nvPicPr>
          <p:cNvPr id="12" name="Grafik 11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73DDB67D-45BF-4B54-CECD-9827B067D0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43280" y="1140389"/>
            <a:ext cx="1187447" cy="258875"/>
          </a:xfrm>
          <a:prstGeom prst="rect">
            <a:avLst/>
          </a:prstGeom>
        </p:spPr>
      </p:pic>
      <p:sp>
        <p:nvSpPr>
          <p:cNvPr id="27" name="Textplatzhalter 61">
            <a:extLst>
              <a:ext uri="{FF2B5EF4-FFF2-40B4-BE49-F238E27FC236}">
                <a16:creationId xmlns:a16="http://schemas.microsoft.com/office/drawing/2014/main" id="{9BEBC446-DBFB-E68F-AE81-F47CFA74E0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87650" y="520479"/>
            <a:ext cx="8353824" cy="584075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Char char="•"/>
              <a:defRPr sz="1400" b="0" i="0">
                <a:latin typeface="+mn-lt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6509330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Pic Grid Sites | v.1 | Titel + Pic | 2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Bildplatzhalter 13">
            <a:extLst>
              <a:ext uri="{FF2B5EF4-FFF2-40B4-BE49-F238E27FC236}">
                <a16:creationId xmlns:a16="http://schemas.microsoft.com/office/drawing/2014/main" id="{4D57D224-1855-3E77-146C-2A5A57FD107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943831" y="519464"/>
            <a:ext cx="2166874" cy="48821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2" name="Bildplatzhalter 13">
            <a:extLst>
              <a:ext uri="{FF2B5EF4-FFF2-40B4-BE49-F238E27FC236}">
                <a16:creationId xmlns:a16="http://schemas.microsoft.com/office/drawing/2014/main" id="{7A1F0B0D-7034-6CE3-7E99-8DCDB0EFD34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09909" y="519464"/>
            <a:ext cx="2196397" cy="48821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3" name="Bildplatzhalter 13">
            <a:extLst>
              <a:ext uri="{FF2B5EF4-FFF2-40B4-BE49-F238E27FC236}">
                <a16:creationId xmlns:a16="http://schemas.microsoft.com/office/drawing/2014/main" id="{3BA294B4-145D-3951-BF43-A2DB770A37B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305968" y="519464"/>
            <a:ext cx="2187641" cy="48821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4" name="Bildplatzhalter 13">
            <a:extLst>
              <a:ext uri="{FF2B5EF4-FFF2-40B4-BE49-F238E27FC236}">
                <a16:creationId xmlns:a16="http://schemas.microsoft.com/office/drawing/2014/main" id="{CA8C0150-EC64-18A6-3590-684503E3150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94533" y="519464"/>
            <a:ext cx="2173788" cy="48821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cxnSp>
        <p:nvCxnSpPr>
          <p:cNvPr id="15" name="Gerade Verbindung 14">
            <a:extLst>
              <a:ext uri="{FF2B5EF4-FFF2-40B4-BE49-F238E27FC236}">
                <a16:creationId xmlns:a16="http://schemas.microsoft.com/office/drawing/2014/main" id="{C85744E1-3CA7-2AD8-C20D-4CAC46619CFB}"/>
              </a:ext>
            </a:extLst>
          </p:cNvPr>
          <p:cNvCxnSpPr>
            <a:cxnSpLocks/>
          </p:cNvCxnSpPr>
          <p:nvPr userDrawn="1"/>
        </p:nvCxnSpPr>
        <p:spPr>
          <a:xfrm>
            <a:off x="2653989" y="515861"/>
            <a:ext cx="0" cy="584075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Bildplatzhalter 13">
            <a:extLst>
              <a:ext uri="{FF2B5EF4-FFF2-40B4-BE49-F238E27FC236}">
                <a16:creationId xmlns:a16="http://schemas.microsoft.com/office/drawing/2014/main" id="{0FC6C3C9-1776-179F-8747-F1D17FCF4D0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5405" y="519463"/>
            <a:ext cx="2106565" cy="58257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99C0F90-05A4-7481-CDD9-4B7F7292EE79}"/>
              </a:ext>
            </a:extLst>
          </p:cNvPr>
          <p:cNvSpPr/>
          <p:nvPr userDrawn="1"/>
        </p:nvSpPr>
        <p:spPr>
          <a:xfrm>
            <a:off x="531106" y="4530437"/>
            <a:ext cx="2120864" cy="1830792"/>
          </a:xfrm>
          <a:prstGeom prst="rect">
            <a:avLst/>
          </a:prstGeom>
          <a:gradFill>
            <a:gsLst>
              <a:gs pos="18000">
                <a:schemeClr val="accent3">
                  <a:lumMod val="5000"/>
                  <a:lumOff val="95000"/>
                  <a:alpha val="0"/>
                </a:schemeClr>
              </a:gs>
              <a:gs pos="70000">
                <a:schemeClr val="tx1">
                  <a:alpha val="45803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000100"/>
              </a:solidFill>
            </a:endParaRPr>
          </a:p>
        </p:txBody>
      </p:sp>
      <p:sp>
        <p:nvSpPr>
          <p:cNvPr id="39" name="Textplatzhalter 61">
            <a:extLst>
              <a:ext uri="{FF2B5EF4-FFF2-40B4-BE49-F238E27FC236}">
                <a16:creationId xmlns:a16="http://schemas.microsoft.com/office/drawing/2014/main" id="{E8DF4969-5E1B-63F3-7D25-0A4CDEB6A1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16200000">
            <a:off x="-1766152" y="3276530"/>
            <a:ext cx="5447727" cy="38208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b="1" i="0">
                <a:solidFill>
                  <a:schemeClr val="bg1"/>
                </a:solidFill>
                <a:latin typeface="Franklin Gothic Heavy" panose="020B0603020102020204" pitchFamily="34" charset="0"/>
              </a:defRPr>
            </a:lvl1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40" name="Textplatzhalter 61">
            <a:extLst>
              <a:ext uri="{FF2B5EF4-FFF2-40B4-BE49-F238E27FC236}">
                <a16:creationId xmlns:a16="http://schemas.microsoft.com/office/drawing/2014/main" id="{782619F6-66B8-E958-2D2E-AD1BFEAE34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6200000">
            <a:off x="-1283432" y="3276530"/>
            <a:ext cx="5447727" cy="38208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de-DE"/>
              <a:t>Subline</a:t>
            </a:r>
          </a:p>
        </p:txBody>
      </p:sp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1D3B34D6-9E64-585A-8491-466143931256}"/>
              </a:ext>
            </a:extLst>
          </p:cNvPr>
          <p:cNvCxnSpPr>
            <a:cxnSpLocks/>
          </p:cNvCxnSpPr>
          <p:nvPr userDrawn="1"/>
        </p:nvCxnSpPr>
        <p:spPr>
          <a:xfrm>
            <a:off x="5114418" y="520479"/>
            <a:ext cx="0" cy="584075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28">
            <a:extLst>
              <a:ext uri="{FF2B5EF4-FFF2-40B4-BE49-F238E27FC236}">
                <a16:creationId xmlns:a16="http://schemas.microsoft.com/office/drawing/2014/main" id="{D9F50488-AFD8-43DE-2279-B7228AD01743}"/>
              </a:ext>
            </a:extLst>
          </p:cNvPr>
          <p:cNvCxnSpPr>
            <a:cxnSpLocks/>
          </p:cNvCxnSpPr>
          <p:nvPr userDrawn="1"/>
        </p:nvCxnSpPr>
        <p:spPr>
          <a:xfrm>
            <a:off x="2947155" y="526184"/>
            <a:ext cx="0" cy="583042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29">
            <a:extLst>
              <a:ext uri="{FF2B5EF4-FFF2-40B4-BE49-F238E27FC236}">
                <a16:creationId xmlns:a16="http://schemas.microsoft.com/office/drawing/2014/main" id="{B07EB507-C705-A375-A292-0077C8E0E29F}"/>
              </a:ext>
            </a:extLst>
          </p:cNvPr>
          <p:cNvCxnSpPr>
            <a:cxnSpLocks/>
          </p:cNvCxnSpPr>
          <p:nvPr userDrawn="1"/>
        </p:nvCxnSpPr>
        <p:spPr>
          <a:xfrm>
            <a:off x="7311472" y="515861"/>
            <a:ext cx="0" cy="584075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7D07DF48-A8A0-B416-E6AD-F1A9AF6AA358}"/>
              </a:ext>
            </a:extLst>
          </p:cNvPr>
          <p:cNvSpPr txBox="1"/>
          <p:nvPr userDrawn="1"/>
        </p:nvSpPr>
        <p:spPr>
          <a:xfrm>
            <a:off x="4675517" y="5013369"/>
            <a:ext cx="438901" cy="38892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 b="1">
                <a:latin typeface="Franklin Gothic Demi" panose="020B0603020102020204" pitchFamily="34" charset="0"/>
              </a:rPr>
              <a:t>01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9A5567E9-DF7F-9903-2BD5-F41BD494B00A}"/>
              </a:ext>
            </a:extLst>
          </p:cNvPr>
          <p:cNvSpPr txBox="1"/>
          <p:nvPr userDrawn="1"/>
        </p:nvSpPr>
        <p:spPr>
          <a:xfrm>
            <a:off x="6872571" y="5013192"/>
            <a:ext cx="438901" cy="38892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 b="1">
                <a:latin typeface="Franklin Gothic Demi" panose="020B0603020102020204" pitchFamily="34" charset="0"/>
              </a:rPr>
              <a:t>02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70DB2091-F17C-8607-E907-746EAF13DAFA}"/>
              </a:ext>
            </a:extLst>
          </p:cNvPr>
          <p:cNvSpPr txBox="1"/>
          <p:nvPr userDrawn="1"/>
        </p:nvSpPr>
        <p:spPr>
          <a:xfrm>
            <a:off x="9047282" y="5013791"/>
            <a:ext cx="438901" cy="38892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 b="1">
                <a:latin typeface="Franklin Gothic Demi" panose="020B0603020102020204" pitchFamily="34" charset="0"/>
              </a:rPr>
              <a:t>03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D99C164F-C5D3-D694-F9D3-F5E12ECB40F5}"/>
              </a:ext>
            </a:extLst>
          </p:cNvPr>
          <p:cNvSpPr txBox="1"/>
          <p:nvPr userDrawn="1"/>
        </p:nvSpPr>
        <p:spPr>
          <a:xfrm>
            <a:off x="11230871" y="5014084"/>
            <a:ext cx="438901" cy="38892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 b="1">
                <a:latin typeface="Franklin Gothic Demi" panose="020B0603020102020204" pitchFamily="34" charset="0"/>
              </a:rPr>
              <a:t>04</a:t>
            </a:r>
          </a:p>
        </p:txBody>
      </p:sp>
      <p:cxnSp>
        <p:nvCxnSpPr>
          <p:cNvPr id="35" name="Gerade Verbindung 34">
            <a:extLst>
              <a:ext uri="{FF2B5EF4-FFF2-40B4-BE49-F238E27FC236}">
                <a16:creationId xmlns:a16="http://schemas.microsoft.com/office/drawing/2014/main" id="{3C735C7B-B3DB-4AE7-5114-0DAC1AB12EDF}"/>
              </a:ext>
            </a:extLst>
          </p:cNvPr>
          <p:cNvCxnSpPr>
            <a:cxnSpLocks/>
          </p:cNvCxnSpPr>
          <p:nvPr userDrawn="1"/>
        </p:nvCxnSpPr>
        <p:spPr>
          <a:xfrm>
            <a:off x="9489896" y="515861"/>
            <a:ext cx="0" cy="584075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35">
            <a:extLst>
              <a:ext uri="{FF2B5EF4-FFF2-40B4-BE49-F238E27FC236}">
                <a16:creationId xmlns:a16="http://schemas.microsoft.com/office/drawing/2014/main" id="{43998A89-CD31-CC5E-AF68-97A65308F0E7}"/>
              </a:ext>
            </a:extLst>
          </p:cNvPr>
          <p:cNvCxnSpPr>
            <a:cxnSpLocks/>
          </p:cNvCxnSpPr>
          <p:nvPr userDrawn="1"/>
        </p:nvCxnSpPr>
        <p:spPr>
          <a:xfrm>
            <a:off x="2947155" y="5402298"/>
            <a:ext cx="872187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79672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ic Grid Sites | v.1 | Titel + Pic | 2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13">
            <a:extLst>
              <a:ext uri="{FF2B5EF4-FFF2-40B4-BE49-F238E27FC236}">
                <a16:creationId xmlns:a16="http://schemas.microsoft.com/office/drawing/2014/main" id="{DDF92633-830D-526D-51D2-5F626497FD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1381" y="1657822"/>
            <a:ext cx="3825644" cy="46874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3">
            <a:extLst>
              <a:ext uri="{FF2B5EF4-FFF2-40B4-BE49-F238E27FC236}">
                <a16:creationId xmlns:a16="http://schemas.microsoft.com/office/drawing/2014/main" id="{ED96324F-F86B-C8F7-F2FD-94FC8D24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66" y="709896"/>
            <a:ext cx="10825997" cy="3651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 baseline="0">
                <a:solidFill>
                  <a:srgbClr val="000100"/>
                </a:solidFill>
                <a:latin typeface="Franklin Gothic Demi" panose="020B0603020102020204" pitchFamily="34" charset="0"/>
                <a:ea typeface="+mj-ea"/>
                <a:cs typeface="+mj-cs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3" name="Textplatzhalter 4">
            <a:extLst>
              <a:ext uri="{FF2B5EF4-FFF2-40B4-BE49-F238E27FC236}">
                <a16:creationId xmlns:a16="http://schemas.microsoft.com/office/drawing/2014/main" id="{A4FF64D7-CA6F-B4BC-611A-62AA7FB747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2624" y="1057907"/>
            <a:ext cx="10825993" cy="3163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00100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04094BB3-D309-23F9-4320-3DCD31216737}"/>
              </a:ext>
            </a:extLst>
          </p:cNvPr>
          <p:cNvSpPr/>
          <p:nvPr userDrawn="1"/>
        </p:nvSpPr>
        <p:spPr>
          <a:xfrm rot="5400000">
            <a:off x="-19367" y="2195123"/>
            <a:ext cx="4694844" cy="3606798"/>
          </a:xfrm>
          <a:prstGeom prst="rect">
            <a:avLst/>
          </a:prstGeom>
          <a:gradFill>
            <a:gsLst>
              <a:gs pos="18000">
                <a:schemeClr val="accent3">
                  <a:lumMod val="5000"/>
                  <a:lumOff val="95000"/>
                  <a:alpha val="0"/>
                </a:schemeClr>
              </a:gs>
              <a:gs pos="70000">
                <a:schemeClr val="bg1">
                  <a:alpha val="639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000100"/>
              </a:solidFill>
            </a:endParaRPr>
          </a:p>
        </p:txBody>
      </p:sp>
      <p:cxnSp>
        <p:nvCxnSpPr>
          <p:cNvPr id="63" name="Gerade Verbindung 62">
            <a:extLst>
              <a:ext uri="{FF2B5EF4-FFF2-40B4-BE49-F238E27FC236}">
                <a16:creationId xmlns:a16="http://schemas.microsoft.com/office/drawing/2014/main" id="{E590C705-B965-240F-68C2-72710DA74942}"/>
              </a:ext>
            </a:extLst>
          </p:cNvPr>
          <p:cNvCxnSpPr>
            <a:cxnSpLocks/>
          </p:cNvCxnSpPr>
          <p:nvPr userDrawn="1"/>
        </p:nvCxnSpPr>
        <p:spPr>
          <a:xfrm>
            <a:off x="7086600" y="1654707"/>
            <a:ext cx="0" cy="470385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64">
            <a:extLst>
              <a:ext uri="{FF2B5EF4-FFF2-40B4-BE49-F238E27FC236}">
                <a16:creationId xmlns:a16="http://schemas.microsoft.com/office/drawing/2014/main" id="{04B045E7-976C-52BC-4DB9-F536B93F1FCB}"/>
              </a:ext>
            </a:extLst>
          </p:cNvPr>
          <p:cNvCxnSpPr>
            <a:cxnSpLocks/>
          </p:cNvCxnSpPr>
          <p:nvPr userDrawn="1"/>
        </p:nvCxnSpPr>
        <p:spPr>
          <a:xfrm flipH="1">
            <a:off x="4374116" y="3994448"/>
            <a:ext cx="7292835" cy="493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feld 72">
            <a:extLst>
              <a:ext uri="{FF2B5EF4-FFF2-40B4-BE49-F238E27FC236}">
                <a16:creationId xmlns:a16="http://schemas.microsoft.com/office/drawing/2014/main" id="{EFBB733F-DC76-2A5A-7DCB-287DFC63B7DB}"/>
              </a:ext>
            </a:extLst>
          </p:cNvPr>
          <p:cNvSpPr txBox="1"/>
          <p:nvPr userDrawn="1"/>
        </p:nvSpPr>
        <p:spPr>
          <a:xfrm>
            <a:off x="11224312" y="1654707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A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990A2607-4FE9-E27A-4DD2-F18AA45867F4}"/>
              </a:ext>
            </a:extLst>
          </p:cNvPr>
          <p:cNvSpPr txBox="1"/>
          <p:nvPr userDrawn="1"/>
        </p:nvSpPr>
        <p:spPr>
          <a:xfrm>
            <a:off x="11233837" y="3994006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B</a:t>
            </a: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3163996C-DFBF-09C2-73FB-3F97403D4D02}"/>
              </a:ext>
            </a:extLst>
          </p:cNvPr>
          <p:cNvSpPr txBox="1"/>
          <p:nvPr userDrawn="1"/>
        </p:nvSpPr>
        <p:spPr>
          <a:xfrm>
            <a:off x="6648939" y="3605519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01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B43D3656-77BB-AC91-CF84-ECA1F9F4D7B9}"/>
              </a:ext>
            </a:extLst>
          </p:cNvPr>
          <p:cNvSpPr txBox="1"/>
          <p:nvPr userDrawn="1"/>
        </p:nvSpPr>
        <p:spPr>
          <a:xfrm>
            <a:off x="6648939" y="5965350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02</a:t>
            </a:r>
          </a:p>
        </p:txBody>
      </p:sp>
      <p:cxnSp>
        <p:nvCxnSpPr>
          <p:cNvPr id="84" name="Gerade Verbindung 83">
            <a:extLst>
              <a:ext uri="{FF2B5EF4-FFF2-40B4-BE49-F238E27FC236}">
                <a16:creationId xmlns:a16="http://schemas.microsoft.com/office/drawing/2014/main" id="{76D91FD9-9542-3834-6FE2-FB2DC74BFD0B}"/>
              </a:ext>
            </a:extLst>
          </p:cNvPr>
          <p:cNvCxnSpPr>
            <a:cxnSpLocks/>
          </p:cNvCxnSpPr>
          <p:nvPr userDrawn="1"/>
        </p:nvCxnSpPr>
        <p:spPr>
          <a:xfrm>
            <a:off x="4366549" y="1651099"/>
            <a:ext cx="0" cy="470745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Gerade Verbindung 84">
            <a:extLst>
              <a:ext uri="{FF2B5EF4-FFF2-40B4-BE49-F238E27FC236}">
                <a16:creationId xmlns:a16="http://schemas.microsoft.com/office/drawing/2014/main" id="{08E7F7ED-FC0D-0443-AE1E-0E9EB1188B9C}"/>
              </a:ext>
            </a:extLst>
          </p:cNvPr>
          <p:cNvCxnSpPr>
            <a:cxnSpLocks/>
          </p:cNvCxnSpPr>
          <p:nvPr userDrawn="1"/>
        </p:nvCxnSpPr>
        <p:spPr>
          <a:xfrm>
            <a:off x="517525" y="1654707"/>
            <a:ext cx="1115521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platzhalter 127">
            <a:extLst>
              <a:ext uri="{FF2B5EF4-FFF2-40B4-BE49-F238E27FC236}">
                <a16:creationId xmlns:a16="http://schemas.microsoft.com/office/drawing/2014/main" id="{4BF196F6-F4CD-C1DC-076C-552D77316A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75912" y="3577987"/>
            <a:ext cx="2535032" cy="264802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200" b="1" i="0">
                <a:latin typeface="Franklin Gothic Book" panose="020B05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5" name="Textplatzhalter 127">
            <a:extLst>
              <a:ext uri="{FF2B5EF4-FFF2-40B4-BE49-F238E27FC236}">
                <a16:creationId xmlns:a16="http://schemas.microsoft.com/office/drawing/2014/main" id="{E985E019-9287-03EE-C3F5-E2AEC96A7E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75912" y="5931153"/>
            <a:ext cx="2535032" cy="264802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200" b="1" i="0">
                <a:latin typeface="Franklin Gothic Book" panose="020B05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4565956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 Grid Sites | v.1 | Titel + Pic | 2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13">
            <a:extLst>
              <a:ext uri="{FF2B5EF4-FFF2-40B4-BE49-F238E27FC236}">
                <a16:creationId xmlns:a16="http://schemas.microsoft.com/office/drawing/2014/main" id="{71062315-B08D-50BE-BBB2-F74FC1FF1D5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1380" y="519463"/>
            <a:ext cx="6543657" cy="58257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3FCD4C28-EBCC-CF04-53D5-CC6978FE8E8D}"/>
              </a:ext>
            </a:extLst>
          </p:cNvPr>
          <p:cNvSpPr/>
          <p:nvPr userDrawn="1"/>
        </p:nvSpPr>
        <p:spPr>
          <a:xfrm rot="5400000">
            <a:off x="-586178" y="1628312"/>
            <a:ext cx="5828466" cy="3606798"/>
          </a:xfrm>
          <a:prstGeom prst="rect">
            <a:avLst/>
          </a:prstGeom>
          <a:gradFill>
            <a:gsLst>
              <a:gs pos="18000">
                <a:schemeClr val="accent3">
                  <a:lumMod val="5000"/>
                  <a:lumOff val="95000"/>
                  <a:alpha val="0"/>
                </a:schemeClr>
              </a:gs>
              <a:gs pos="70000">
                <a:schemeClr val="bg1">
                  <a:alpha val="639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000100"/>
              </a:solidFill>
            </a:endParaRPr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45C67E9D-1645-3B48-B340-7011EB6CB7F1}"/>
              </a:ext>
            </a:extLst>
          </p:cNvPr>
          <p:cNvCxnSpPr>
            <a:cxnSpLocks/>
          </p:cNvCxnSpPr>
          <p:nvPr userDrawn="1"/>
        </p:nvCxnSpPr>
        <p:spPr>
          <a:xfrm>
            <a:off x="7086600" y="514350"/>
            <a:ext cx="0" cy="584420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>
            <a:extLst>
              <a:ext uri="{FF2B5EF4-FFF2-40B4-BE49-F238E27FC236}">
                <a16:creationId xmlns:a16="http://schemas.microsoft.com/office/drawing/2014/main" id="{1239B166-1E3F-9921-0189-FCCCD74D6446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7084562" y="3435284"/>
            <a:ext cx="4582389" cy="48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2">
            <a:extLst>
              <a:ext uri="{FF2B5EF4-FFF2-40B4-BE49-F238E27FC236}">
                <a16:creationId xmlns:a16="http://schemas.microsoft.com/office/drawing/2014/main" id="{8DDD4E1D-3759-4641-291B-B010861A9BD2}"/>
              </a:ext>
            </a:extLst>
          </p:cNvPr>
          <p:cNvCxnSpPr>
            <a:cxnSpLocks/>
          </p:cNvCxnSpPr>
          <p:nvPr userDrawn="1"/>
        </p:nvCxnSpPr>
        <p:spPr>
          <a:xfrm>
            <a:off x="7086600" y="514350"/>
            <a:ext cx="0" cy="584420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234D99F5-FB9E-A463-0653-02E88895347C}"/>
              </a:ext>
            </a:extLst>
          </p:cNvPr>
          <p:cNvSpPr txBox="1"/>
          <p:nvPr userDrawn="1"/>
        </p:nvSpPr>
        <p:spPr>
          <a:xfrm>
            <a:off x="11233837" y="515039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A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4EA560D-FC86-C7E7-A154-9FC85EB2A477}"/>
              </a:ext>
            </a:extLst>
          </p:cNvPr>
          <p:cNvSpPr txBox="1"/>
          <p:nvPr userDrawn="1"/>
        </p:nvSpPr>
        <p:spPr>
          <a:xfrm>
            <a:off x="11230662" y="3434134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B</a:t>
            </a:r>
          </a:p>
        </p:txBody>
      </p:sp>
      <p:sp>
        <p:nvSpPr>
          <p:cNvPr id="9" name="Textplatzhalter 127">
            <a:extLst>
              <a:ext uri="{FF2B5EF4-FFF2-40B4-BE49-F238E27FC236}">
                <a16:creationId xmlns:a16="http://schemas.microsoft.com/office/drawing/2014/main" id="{36FAFACB-22AC-ED3E-1355-B694BC75AC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75912" y="2992971"/>
            <a:ext cx="2535032" cy="264802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200" b="1" i="0">
                <a:latin typeface="Franklin Gothic Book" panose="020B05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1" name="Textplatzhalter 127">
            <a:extLst>
              <a:ext uri="{FF2B5EF4-FFF2-40B4-BE49-F238E27FC236}">
                <a16:creationId xmlns:a16="http://schemas.microsoft.com/office/drawing/2014/main" id="{014C377F-27D3-DC35-3656-4B016D08B68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75912" y="5931153"/>
            <a:ext cx="2535032" cy="264802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200" b="1" i="0">
                <a:latin typeface="Franklin Gothic Book" panose="020B05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9130491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ic Grid Sites | v.1 | Titel + Pic | 2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13">
            <a:extLst>
              <a:ext uri="{FF2B5EF4-FFF2-40B4-BE49-F238E27FC236}">
                <a16:creationId xmlns:a16="http://schemas.microsoft.com/office/drawing/2014/main" id="{6226AC3B-4A5B-366B-1718-4DC85F424E2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1380" y="1657822"/>
            <a:ext cx="6543657" cy="46874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3">
            <a:extLst>
              <a:ext uri="{FF2B5EF4-FFF2-40B4-BE49-F238E27FC236}">
                <a16:creationId xmlns:a16="http://schemas.microsoft.com/office/drawing/2014/main" id="{ED96324F-F86B-C8F7-F2FD-94FC8D24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66" y="709896"/>
            <a:ext cx="10825997" cy="3651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 baseline="0">
                <a:solidFill>
                  <a:srgbClr val="000100"/>
                </a:solidFill>
                <a:latin typeface="Franklin Gothic Demi" panose="020B0603020102020204" pitchFamily="34" charset="0"/>
                <a:ea typeface="+mj-ea"/>
                <a:cs typeface="+mj-cs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3" name="Textplatzhalter 4">
            <a:extLst>
              <a:ext uri="{FF2B5EF4-FFF2-40B4-BE49-F238E27FC236}">
                <a16:creationId xmlns:a16="http://schemas.microsoft.com/office/drawing/2014/main" id="{A4FF64D7-CA6F-B4BC-611A-62AA7FB747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2624" y="1057907"/>
            <a:ext cx="10825993" cy="3163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00100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04094BB3-D309-23F9-4320-3DCD31216737}"/>
              </a:ext>
            </a:extLst>
          </p:cNvPr>
          <p:cNvSpPr/>
          <p:nvPr userDrawn="1"/>
        </p:nvSpPr>
        <p:spPr>
          <a:xfrm rot="5400000">
            <a:off x="-19367" y="2195123"/>
            <a:ext cx="4694844" cy="3606798"/>
          </a:xfrm>
          <a:prstGeom prst="rect">
            <a:avLst/>
          </a:prstGeom>
          <a:gradFill>
            <a:gsLst>
              <a:gs pos="18000">
                <a:schemeClr val="accent3">
                  <a:lumMod val="5000"/>
                  <a:lumOff val="95000"/>
                  <a:alpha val="0"/>
                </a:schemeClr>
              </a:gs>
              <a:gs pos="70000">
                <a:schemeClr val="bg1">
                  <a:alpha val="639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000100"/>
              </a:solidFill>
            </a:endParaRPr>
          </a:p>
        </p:txBody>
      </p:sp>
      <p:cxnSp>
        <p:nvCxnSpPr>
          <p:cNvPr id="63" name="Gerade Verbindung 62">
            <a:extLst>
              <a:ext uri="{FF2B5EF4-FFF2-40B4-BE49-F238E27FC236}">
                <a16:creationId xmlns:a16="http://schemas.microsoft.com/office/drawing/2014/main" id="{E590C705-B965-240F-68C2-72710DA74942}"/>
              </a:ext>
            </a:extLst>
          </p:cNvPr>
          <p:cNvCxnSpPr>
            <a:cxnSpLocks/>
          </p:cNvCxnSpPr>
          <p:nvPr userDrawn="1"/>
        </p:nvCxnSpPr>
        <p:spPr>
          <a:xfrm>
            <a:off x="7086600" y="1654707"/>
            <a:ext cx="0" cy="470385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64">
            <a:extLst>
              <a:ext uri="{FF2B5EF4-FFF2-40B4-BE49-F238E27FC236}">
                <a16:creationId xmlns:a16="http://schemas.microsoft.com/office/drawing/2014/main" id="{04B045E7-976C-52BC-4DB9-F536B93F1FCB}"/>
              </a:ext>
            </a:extLst>
          </p:cNvPr>
          <p:cNvCxnSpPr>
            <a:cxnSpLocks/>
          </p:cNvCxnSpPr>
          <p:nvPr userDrawn="1"/>
        </p:nvCxnSpPr>
        <p:spPr>
          <a:xfrm flipH="1">
            <a:off x="7084562" y="3994448"/>
            <a:ext cx="458238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feld 72">
            <a:extLst>
              <a:ext uri="{FF2B5EF4-FFF2-40B4-BE49-F238E27FC236}">
                <a16:creationId xmlns:a16="http://schemas.microsoft.com/office/drawing/2014/main" id="{EFBB733F-DC76-2A5A-7DCB-287DFC63B7DB}"/>
              </a:ext>
            </a:extLst>
          </p:cNvPr>
          <p:cNvSpPr txBox="1"/>
          <p:nvPr userDrawn="1"/>
        </p:nvSpPr>
        <p:spPr>
          <a:xfrm>
            <a:off x="11224312" y="1654707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A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990A2607-4FE9-E27A-4DD2-F18AA45867F4}"/>
              </a:ext>
            </a:extLst>
          </p:cNvPr>
          <p:cNvSpPr txBox="1"/>
          <p:nvPr userDrawn="1"/>
        </p:nvSpPr>
        <p:spPr>
          <a:xfrm>
            <a:off x="11233837" y="3994006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B</a:t>
            </a:r>
          </a:p>
        </p:txBody>
      </p:sp>
      <p:cxnSp>
        <p:nvCxnSpPr>
          <p:cNvPr id="85" name="Gerade Verbindung 84">
            <a:extLst>
              <a:ext uri="{FF2B5EF4-FFF2-40B4-BE49-F238E27FC236}">
                <a16:creationId xmlns:a16="http://schemas.microsoft.com/office/drawing/2014/main" id="{08E7F7ED-FC0D-0443-AE1E-0E9EB1188B9C}"/>
              </a:ext>
            </a:extLst>
          </p:cNvPr>
          <p:cNvCxnSpPr>
            <a:cxnSpLocks/>
          </p:cNvCxnSpPr>
          <p:nvPr userDrawn="1"/>
        </p:nvCxnSpPr>
        <p:spPr>
          <a:xfrm>
            <a:off x="517525" y="1654707"/>
            <a:ext cx="1115521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127">
            <a:extLst>
              <a:ext uri="{FF2B5EF4-FFF2-40B4-BE49-F238E27FC236}">
                <a16:creationId xmlns:a16="http://schemas.microsoft.com/office/drawing/2014/main" id="{0C2148F7-70A7-ACA5-D1DE-39E0C7A87A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75912" y="3577987"/>
            <a:ext cx="2535032" cy="264802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200" b="1" i="0">
                <a:latin typeface="Franklin Gothic Book" panose="020B05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9" name="Textplatzhalter 127">
            <a:extLst>
              <a:ext uri="{FF2B5EF4-FFF2-40B4-BE49-F238E27FC236}">
                <a16:creationId xmlns:a16="http://schemas.microsoft.com/office/drawing/2014/main" id="{78C1E804-EC0F-61AE-B5F2-5AF68D35307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75912" y="5931153"/>
            <a:ext cx="2535032" cy="264802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200" b="1" i="0">
                <a:latin typeface="Franklin Gothic Book" panose="020B05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984878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Pic Grid Sites | v.1 | Titel + Pic | 2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Bildplatzhalter 9">
            <a:extLst>
              <a:ext uri="{FF2B5EF4-FFF2-40B4-BE49-F238E27FC236}">
                <a16:creationId xmlns:a16="http://schemas.microsoft.com/office/drawing/2014/main" id="{ABCF87A9-5306-F395-A431-16D895DA948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370774" y="1605258"/>
            <a:ext cx="2547071" cy="47332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2" name="Titel 3">
            <a:extLst>
              <a:ext uri="{FF2B5EF4-FFF2-40B4-BE49-F238E27FC236}">
                <a16:creationId xmlns:a16="http://schemas.microsoft.com/office/drawing/2014/main" id="{ED96324F-F86B-C8F7-F2FD-94FC8D24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66" y="709896"/>
            <a:ext cx="10825997" cy="3651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 baseline="0">
                <a:solidFill>
                  <a:srgbClr val="000100"/>
                </a:solidFill>
                <a:latin typeface="Franklin Gothic Demi" panose="020B0603020102020204" pitchFamily="34" charset="0"/>
                <a:ea typeface="+mj-ea"/>
                <a:cs typeface="+mj-cs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3" name="Textplatzhalter 4">
            <a:extLst>
              <a:ext uri="{FF2B5EF4-FFF2-40B4-BE49-F238E27FC236}">
                <a16:creationId xmlns:a16="http://schemas.microsoft.com/office/drawing/2014/main" id="{A4FF64D7-CA6F-B4BC-611A-62AA7FB747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2624" y="1057907"/>
            <a:ext cx="10825993" cy="3163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00100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3033668A-C78E-DC0B-48A7-7CD36C060BEC}"/>
              </a:ext>
            </a:extLst>
          </p:cNvPr>
          <p:cNvCxnSpPr>
            <a:cxnSpLocks/>
          </p:cNvCxnSpPr>
          <p:nvPr userDrawn="1"/>
        </p:nvCxnSpPr>
        <p:spPr>
          <a:xfrm>
            <a:off x="3224027" y="1595137"/>
            <a:ext cx="0" cy="476342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>
            <a:extLst>
              <a:ext uri="{FF2B5EF4-FFF2-40B4-BE49-F238E27FC236}">
                <a16:creationId xmlns:a16="http://schemas.microsoft.com/office/drawing/2014/main" id="{28C11ADC-E421-CAFF-B95A-A7EA8D69450C}"/>
              </a:ext>
            </a:extLst>
          </p:cNvPr>
          <p:cNvCxnSpPr>
            <a:cxnSpLocks/>
          </p:cNvCxnSpPr>
          <p:nvPr userDrawn="1"/>
        </p:nvCxnSpPr>
        <p:spPr>
          <a:xfrm flipH="1">
            <a:off x="517330" y="3983485"/>
            <a:ext cx="271376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9A66B79D-7BE6-ABD6-9837-CB53128D5B33}"/>
              </a:ext>
            </a:extLst>
          </p:cNvPr>
          <p:cNvCxnSpPr>
            <a:cxnSpLocks/>
          </p:cNvCxnSpPr>
          <p:nvPr userDrawn="1"/>
        </p:nvCxnSpPr>
        <p:spPr>
          <a:xfrm>
            <a:off x="8956656" y="1595137"/>
            <a:ext cx="0" cy="476342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18D60AA1-E0C6-23E2-1873-5EE6496057FC}"/>
              </a:ext>
            </a:extLst>
          </p:cNvPr>
          <p:cNvCxnSpPr>
            <a:cxnSpLocks/>
          </p:cNvCxnSpPr>
          <p:nvPr userDrawn="1"/>
        </p:nvCxnSpPr>
        <p:spPr>
          <a:xfrm flipH="1">
            <a:off x="526773" y="1595137"/>
            <a:ext cx="1114596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023F2E74-562A-30C4-9CE6-44C89FE833D7}"/>
              </a:ext>
            </a:extLst>
          </p:cNvPr>
          <p:cNvSpPr txBox="1"/>
          <p:nvPr userDrawn="1"/>
        </p:nvSpPr>
        <p:spPr>
          <a:xfrm>
            <a:off x="2786366" y="3594556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01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F65545B7-93D8-A038-D8B6-1AE41DC54A6E}"/>
              </a:ext>
            </a:extLst>
          </p:cNvPr>
          <p:cNvSpPr txBox="1"/>
          <p:nvPr userDrawn="1"/>
        </p:nvSpPr>
        <p:spPr>
          <a:xfrm>
            <a:off x="2786366" y="5965350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02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68B31692-ED05-CCFC-DD76-857EBF4640EC}"/>
              </a:ext>
            </a:extLst>
          </p:cNvPr>
          <p:cNvSpPr txBox="1"/>
          <p:nvPr userDrawn="1"/>
        </p:nvSpPr>
        <p:spPr>
          <a:xfrm>
            <a:off x="11222221" y="3594556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04</a:t>
            </a:r>
          </a:p>
        </p:txBody>
      </p:sp>
      <p:cxnSp>
        <p:nvCxnSpPr>
          <p:cNvPr id="18" name="Gerade Verbindung 17">
            <a:extLst>
              <a:ext uri="{FF2B5EF4-FFF2-40B4-BE49-F238E27FC236}">
                <a16:creationId xmlns:a16="http://schemas.microsoft.com/office/drawing/2014/main" id="{23D7589A-558A-AB4A-BDE1-97365D5681BA}"/>
              </a:ext>
            </a:extLst>
          </p:cNvPr>
          <p:cNvCxnSpPr>
            <a:cxnSpLocks/>
          </p:cNvCxnSpPr>
          <p:nvPr userDrawn="1"/>
        </p:nvCxnSpPr>
        <p:spPr>
          <a:xfrm flipH="1">
            <a:off x="8960061" y="3983485"/>
            <a:ext cx="271376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20">
            <a:extLst>
              <a:ext uri="{FF2B5EF4-FFF2-40B4-BE49-F238E27FC236}">
                <a16:creationId xmlns:a16="http://schemas.microsoft.com/office/drawing/2014/main" id="{E6C65597-7355-A0B9-08EB-AF9B195333BA}"/>
              </a:ext>
            </a:extLst>
          </p:cNvPr>
          <p:cNvCxnSpPr>
            <a:cxnSpLocks/>
          </p:cNvCxnSpPr>
          <p:nvPr userDrawn="1"/>
        </p:nvCxnSpPr>
        <p:spPr>
          <a:xfrm>
            <a:off x="6359113" y="1595137"/>
            <a:ext cx="0" cy="476342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A95EF43F-08CA-31CE-8C34-0D3542D4897A}"/>
              </a:ext>
            </a:extLst>
          </p:cNvPr>
          <p:cNvSpPr txBox="1"/>
          <p:nvPr userDrawn="1"/>
        </p:nvSpPr>
        <p:spPr>
          <a:xfrm>
            <a:off x="9171204" y="1597576"/>
            <a:ext cx="2124730" cy="2380058"/>
          </a:xfrm>
          <a:prstGeom prst="rect">
            <a:avLst/>
          </a:prstGeom>
          <a:noFill/>
          <a:ln w="6350">
            <a:noFill/>
          </a:ln>
        </p:spPr>
        <p:txBody>
          <a:bodyPr wrap="square" rtlCol="0" anchor="ctr">
            <a:noAutofit/>
          </a:bodyPr>
          <a:lstStyle/>
          <a:p>
            <a:r>
              <a:rPr lang="de-DE" sz="1600" b="1">
                <a:solidFill>
                  <a:srgbClr val="000100"/>
                </a:solidFill>
                <a:latin typeface="Franklin Gothic Demi" panose="020B0603020102020204" pitchFamily="34" charset="0"/>
              </a:rPr>
              <a:t>„</a:t>
            </a:r>
            <a:r>
              <a:rPr lang="de-DE" sz="1600" b="1" err="1">
                <a:solidFill>
                  <a:srgbClr val="000100"/>
                </a:solidFill>
                <a:latin typeface="Franklin Gothic Demi" panose="020B0603020102020204" pitchFamily="34" charset="0"/>
              </a:rPr>
              <a:t>Where</a:t>
            </a:r>
            <a:r>
              <a:rPr lang="de-DE" sz="1600" b="1">
                <a:solidFill>
                  <a:srgbClr val="000100"/>
                </a:solidFill>
                <a:latin typeface="Franklin Gothic Demi" panose="020B0603020102020204" pitchFamily="34" charset="0"/>
              </a:rPr>
              <a:t> Technology </a:t>
            </a:r>
            <a:r>
              <a:rPr lang="de-DE" sz="1600" b="1" err="1">
                <a:solidFill>
                  <a:srgbClr val="000100"/>
                </a:solidFill>
                <a:latin typeface="Franklin Gothic Demi" panose="020B0603020102020204" pitchFamily="34" charset="0"/>
              </a:rPr>
              <a:t>meets</a:t>
            </a:r>
            <a:r>
              <a:rPr lang="de-DE" sz="1600" b="1">
                <a:solidFill>
                  <a:srgbClr val="000100"/>
                </a:solidFill>
                <a:latin typeface="Franklin Gothic Demi" panose="020B0603020102020204" pitchFamily="34" charset="0"/>
              </a:rPr>
              <a:t> Business“</a:t>
            </a:r>
          </a:p>
          <a:p>
            <a:endParaRPr lang="de-DE" sz="1200">
              <a:solidFill>
                <a:srgbClr val="000100"/>
              </a:solidFill>
            </a:endParaRPr>
          </a:p>
          <a:p>
            <a:r>
              <a:rPr lang="de-DE" sz="1200">
                <a:solidFill>
                  <a:srgbClr val="000100"/>
                </a:solidFill>
              </a:rPr>
              <a:t>Eingespieltes Team </a:t>
            </a:r>
            <a:br>
              <a:rPr lang="de-DE" sz="1200">
                <a:solidFill>
                  <a:srgbClr val="000100"/>
                </a:solidFill>
              </a:rPr>
            </a:br>
            <a:r>
              <a:rPr lang="de-DE" sz="1200">
                <a:solidFill>
                  <a:srgbClr val="000100"/>
                </a:solidFill>
              </a:rPr>
              <a:t>aus Prozess- und Technologieberatern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B04F6AA5-3D72-7BAB-205F-E3F4C25599E0}"/>
              </a:ext>
            </a:extLst>
          </p:cNvPr>
          <p:cNvSpPr txBox="1"/>
          <p:nvPr userDrawn="1"/>
        </p:nvSpPr>
        <p:spPr>
          <a:xfrm>
            <a:off x="5921282" y="5965350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03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0D1C872A-27EB-91AA-0E28-22B4A1CFCDC2}"/>
              </a:ext>
            </a:extLst>
          </p:cNvPr>
          <p:cNvSpPr/>
          <p:nvPr userDrawn="1"/>
        </p:nvSpPr>
        <p:spPr>
          <a:xfrm>
            <a:off x="8968272" y="3989337"/>
            <a:ext cx="2699717" cy="23649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000100"/>
              </a:solidFill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9D92930C-4E34-8985-2241-63201F5DD85D}"/>
              </a:ext>
            </a:extLst>
          </p:cNvPr>
          <p:cNvSpPr txBox="1"/>
          <p:nvPr userDrawn="1"/>
        </p:nvSpPr>
        <p:spPr>
          <a:xfrm>
            <a:off x="11222221" y="5965350"/>
            <a:ext cx="438901" cy="388929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de-DE" sz="1600">
                <a:solidFill>
                  <a:schemeClr val="bg1"/>
                </a:solidFill>
              </a:rPr>
              <a:t>05</a:t>
            </a:r>
          </a:p>
        </p:txBody>
      </p:sp>
      <p:sp>
        <p:nvSpPr>
          <p:cNvPr id="28" name="Textplatzhalter 160">
            <a:extLst>
              <a:ext uri="{FF2B5EF4-FFF2-40B4-BE49-F238E27FC236}">
                <a16:creationId xmlns:a16="http://schemas.microsoft.com/office/drawing/2014/main" id="{CF1C34D6-F5D6-123C-AF25-83526386B1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0527" y="1597577"/>
            <a:ext cx="2469189" cy="2390124"/>
          </a:xfrm>
          <a:prstGeom prst="rect">
            <a:avLst/>
          </a:prstGeom>
        </p:spPr>
        <p:txBody>
          <a:bodyPr anchor="ctr"/>
          <a:lstStyle>
            <a:lvl1pPr marL="0" indent="0">
              <a:buFont typeface="Wingdings" pitchFamily="2" charset="2"/>
              <a:buNone/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29" name="Textplatzhalter 160">
            <a:extLst>
              <a:ext uri="{FF2B5EF4-FFF2-40B4-BE49-F238E27FC236}">
                <a16:creationId xmlns:a16="http://schemas.microsoft.com/office/drawing/2014/main" id="{79EB90A0-2C9B-01C0-903A-2C3726F220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0527" y="3977706"/>
            <a:ext cx="2469189" cy="2390124"/>
          </a:xfrm>
          <a:prstGeom prst="rect">
            <a:avLst/>
          </a:prstGeom>
        </p:spPr>
        <p:txBody>
          <a:bodyPr anchor="ctr"/>
          <a:lstStyle>
            <a:lvl1pPr marL="0" indent="0">
              <a:buFont typeface="Wingdings" pitchFamily="2" charset="2"/>
              <a:buNone/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30" name="Textplatzhalter 160">
            <a:extLst>
              <a:ext uri="{FF2B5EF4-FFF2-40B4-BE49-F238E27FC236}">
                <a16:creationId xmlns:a16="http://schemas.microsoft.com/office/drawing/2014/main" id="{33F31A3F-AA9C-8341-5E0C-D3449FB26AB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33216" y="1597576"/>
            <a:ext cx="2888648" cy="4753517"/>
          </a:xfrm>
          <a:prstGeom prst="rect">
            <a:avLst/>
          </a:prstGeom>
        </p:spPr>
        <p:txBody>
          <a:bodyPr anchor="ctr"/>
          <a:lstStyle>
            <a:lvl1pPr marL="171450" indent="-171450">
              <a:buFont typeface="Wingdings" pitchFamily="2" charset="2"/>
              <a:buChar char="§"/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31" name="Textplatzhalter 127">
            <a:extLst>
              <a:ext uri="{FF2B5EF4-FFF2-40B4-BE49-F238E27FC236}">
                <a16:creationId xmlns:a16="http://schemas.microsoft.com/office/drawing/2014/main" id="{B50F6606-71B3-A694-CF34-EB66E172C6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21417" y="2001805"/>
            <a:ext cx="2284597" cy="7443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Franklin Gothic Demi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  <a:br>
              <a:rPr lang="de-DE"/>
            </a:br>
            <a:r>
              <a:rPr lang="de-DE"/>
              <a:t>Text</a:t>
            </a:r>
            <a:br>
              <a:rPr lang="de-DE"/>
            </a:br>
            <a:r>
              <a:rPr lang="de-DE"/>
              <a:t>Text</a:t>
            </a:r>
          </a:p>
        </p:txBody>
      </p:sp>
      <p:sp>
        <p:nvSpPr>
          <p:cNvPr id="32" name="Textplatzhalter 127">
            <a:extLst>
              <a:ext uri="{FF2B5EF4-FFF2-40B4-BE49-F238E27FC236}">
                <a16:creationId xmlns:a16="http://schemas.microsoft.com/office/drawing/2014/main" id="{49E61669-0A1B-FD9F-173D-834C1857F97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58079" y="3978856"/>
            <a:ext cx="1752503" cy="388922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txBody>
          <a:bodyPr anchor="ctr"/>
          <a:lstStyle>
            <a:lvl1pPr marL="0" indent="0">
              <a:buNone/>
              <a:defRPr lang="de-DE" sz="1200" b="1" kern="1200" dirty="0">
                <a:solidFill>
                  <a:schemeClr val="bg1">
                    <a:lumMod val="95000"/>
                  </a:schemeClr>
                </a:solidFill>
                <a:latin typeface="Franklin Gothic Demi" panose="020B06030201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33" name="Textplatzhalter 160">
            <a:extLst>
              <a:ext uri="{FF2B5EF4-FFF2-40B4-BE49-F238E27FC236}">
                <a16:creationId xmlns:a16="http://schemas.microsoft.com/office/drawing/2014/main" id="{DB34D21B-B690-371F-F5B4-0AAE77A08BD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088556" y="4490095"/>
            <a:ext cx="2469189" cy="1769333"/>
          </a:xfrm>
          <a:prstGeom prst="rect">
            <a:avLst/>
          </a:prstGeom>
        </p:spPr>
        <p:txBody>
          <a:bodyPr anchor="ctr"/>
          <a:lstStyle>
            <a:lvl1pPr marL="171450" indent="-171450">
              <a:buFont typeface="Wingdings" pitchFamily="2" charset="2"/>
              <a:buChar char="§"/>
              <a:defRPr sz="1200">
                <a:solidFill>
                  <a:schemeClr val="bg1">
                    <a:lumMod val="9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95939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Pic Grid Sites | v.1 | Titel + Pic | 2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3">
            <a:extLst>
              <a:ext uri="{FF2B5EF4-FFF2-40B4-BE49-F238E27FC236}">
                <a16:creationId xmlns:a16="http://schemas.microsoft.com/office/drawing/2014/main" id="{ED96324F-F86B-C8F7-F2FD-94FC8D24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66" y="709896"/>
            <a:ext cx="10825997" cy="3651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 baseline="0">
                <a:solidFill>
                  <a:srgbClr val="000100"/>
                </a:solidFill>
                <a:latin typeface="Franklin Gothic Demi" panose="020B0603020102020204" pitchFamily="34" charset="0"/>
                <a:ea typeface="+mj-ea"/>
                <a:cs typeface="+mj-cs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3" name="Textplatzhalter 4">
            <a:extLst>
              <a:ext uri="{FF2B5EF4-FFF2-40B4-BE49-F238E27FC236}">
                <a16:creationId xmlns:a16="http://schemas.microsoft.com/office/drawing/2014/main" id="{A4FF64D7-CA6F-B4BC-611A-62AA7FB747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2624" y="1057907"/>
            <a:ext cx="10825993" cy="3163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00100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A132304B-A57D-4F2B-22FD-50C0D27AA849}"/>
              </a:ext>
            </a:extLst>
          </p:cNvPr>
          <p:cNvSpPr/>
          <p:nvPr userDrawn="1"/>
        </p:nvSpPr>
        <p:spPr>
          <a:xfrm>
            <a:off x="8959776" y="3989337"/>
            <a:ext cx="2708214" cy="23649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000100"/>
              </a:solidFill>
            </a:endParaRPr>
          </a:p>
        </p:txBody>
      </p:sp>
      <p:cxnSp>
        <p:nvCxnSpPr>
          <p:cNvPr id="47" name="Gerade Verbindung 46">
            <a:extLst>
              <a:ext uri="{FF2B5EF4-FFF2-40B4-BE49-F238E27FC236}">
                <a16:creationId xmlns:a16="http://schemas.microsoft.com/office/drawing/2014/main" id="{4EC3692D-5094-5820-60C4-0C0253AB5C4A}"/>
              </a:ext>
            </a:extLst>
          </p:cNvPr>
          <p:cNvCxnSpPr>
            <a:cxnSpLocks/>
          </p:cNvCxnSpPr>
          <p:nvPr userDrawn="1"/>
        </p:nvCxnSpPr>
        <p:spPr>
          <a:xfrm>
            <a:off x="3224027" y="1595137"/>
            <a:ext cx="0" cy="476342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47">
            <a:extLst>
              <a:ext uri="{FF2B5EF4-FFF2-40B4-BE49-F238E27FC236}">
                <a16:creationId xmlns:a16="http://schemas.microsoft.com/office/drawing/2014/main" id="{15D6F621-FE55-C683-FEDA-0624F75BCB55}"/>
              </a:ext>
            </a:extLst>
          </p:cNvPr>
          <p:cNvCxnSpPr>
            <a:cxnSpLocks/>
          </p:cNvCxnSpPr>
          <p:nvPr userDrawn="1"/>
        </p:nvCxnSpPr>
        <p:spPr>
          <a:xfrm flipH="1">
            <a:off x="8955417" y="3983485"/>
            <a:ext cx="271732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48">
            <a:extLst>
              <a:ext uri="{FF2B5EF4-FFF2-40B4-BE49-F238E27FC236}">
                <a16:creationId xmlns:a16="http://schemas.microsoft.com/office/drawing/2014/main" id="{72752561-E567-47D5-BC53-F116B3B99315}"/>
              </a:ext>
            </a:extLst>
          </p:cNvPr>
          <p:cNvCxnSpPr>
            <a:cxnSpLocks/>
          </p:cNvCxnSpPr>
          <p:nvPr userDrawn="1"/>
        </p:nvCxnSpPr>
        <p:spPr>
          <a:xfrm>
            <a:off x="8956656" y="1595137"/>
            <a:ext cx="0" cy="476342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49">
            <a:extLst>
              <a:ext uri="{FF2B5EF4-FFF2-40B4-BE49-F238E27FC236}">
                <a16:creationId xmlns:a16="http://schemas.microsoft.com/office/drawing/2014/main" id="{1214C3FE-7F70-6D5C-D31E-C58566C95D1A}"/>
              </a:ext>
            </a:extLst>
          </p:cNvPr>
          <p:cNvCxnSpPr>
            <a:cxnSpLocks/>
          </p:cNvCxnSpPr>
          <p:nvPr userDrawn="1"/>
        </p:nvCxnSpPr>
        <p:spPr>
          <a:xfrm flipH="1">
            <a:off x="526773" y="1595137"/>
            <a:ext cx="1114596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feld 50">
            <a:extLst>
              <a:ext uri="{FF2B5EF4-FFF2-40B4-BE49-F238E27FC236}">
                <a16:creationId xmlns:a16="http://schemas.microsoft.com/office/drawing/2014/main" id="{66A66679-725C-6C8C-7303-496E79FCDF57}"/>
              </a:ext>
            </a:extLst>
          </p:cNvPr>
          <p:cNvSpPr txBox="1"/>
          <p:nvPr userDrawn="1"/>
        </p:nvSpPr>
        <p:spPr>
          <a:xfrm>
            <a:off x="2786366" y="3594556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01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D7328342-AF3F-023E-5E9E-CA3A221CC725}"/>
              </a:ext>
            </a:extLst>
          </p:cNvPr>
          <p:cNvSpPr txBox="1"/>
          <p:nvPr userDrawn="1"/>
        </p:nvSpPr>
        <p:spPr>
          <a:xfrm>
            <a:off x="2786366" y="5965350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02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A911775A-F901-6CE2-6E3E-315638B51E6E}"/>
              </a:ext>
            </a:extLst>
          </p:cNvPr>
          <p:cNvSpPr txBox="1"/>
          <p:nvPr userDrawn="1"/>
        </p:nvSpPr>
        <p:spPr>
          <a:xfrm>
            <a:off x="11222221" y="3594556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04</a:t>
            </a: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14E81757-BBEA-0F2D-303D-107A21DC5D4D}"/>
              </a:ext>
            </a:extLst>
          </p:cNvPr>
          <p:cNvSpPr txBox="1"/>
          <p:nvPr userDrawn="1"/>
        </p:nvSpPr>
        <p:spPr>
          <a:xfrm>
            <a:off x="11222221" y="5965350"/>
            <a:ext cx="438901" cy="388929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de-DE" sz="1600">
                <a:solidFill>
                  <a:schemeClr val="bg1"/>
                </a:solidFill>
              </a:rPr>
              <a:t>05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B1A4BEAA-6568-0D28-EE3C-0C99746D4CA5}"/>
              </a:ext>
            </a:extLst>
          </p:cNvPr>
          <p:cNvSpPr txBox="1"/>
          <p:nvPr userDrawn="1"/>
        </p:nvSpPr>
        <p:spPr>
          <a:xfrm>
            <a:off x="8516516" y="5965350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03</a:t>
            </a:r>
          </a:p>
        </p:txBody>
      </p:sp>
      <p:cxnSp>
        <p:nvCxnSpPr>
          <p:cNvPr id="61" name="Gerade Verbindung 60">
            <a:extLst>
              <a:ext uri="{FF2B5EF4-FFF2-40B4-BE49-F238E27FC236}">
                <a16:creationId xmlns:a16="http://schemas.microsoft.com/office/drawing/2014/main" id="{8F13C6E3-C5C3-3FB0-90BA-3869BF0F65C5}"/>
              </a:ext>
            </a:extLst>
          </p:cNvPr>
          <p:cNvCxnSpPr>
            <a:cxnSpLocks/>
          </p:cNvCxnSpPr>
          <p:nvPr userDrawn="1"/>
        </p:nvCxnSpPr>
        <p:spPr>
          <a:xfrm flipH="1">
            <a:off x="512687" y="3983485"/>
            <a:ext cx="271732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 Verbindung 66">
            <a:extLst>
              <a:ext uri="{FF2B5EF4-FFF2-40B4-BE49-F238E27FC236}">
                <a16:creationId xmlns:a16="http://schemas.microsoft.com/office/drawing/2014/main" id="{B63EA7A3-1A8D-91CF-C29A-D582A3ADCBFC}"/>
              </a:ext>
            </a:extLst>
          </p:cNvPr>
          <p:cNvCxnSpPr>
            <a:cxnSpLocks/>
          </p:cNvCxnSpPr>
          <p:nvPr userDrawn="1"/>
        </p:nvCxnSpPr>
        <p:spPr>
          <a:xfrm flipH="1">
            <a:off x="3228386" y="5124766"/>
            <a:ext cx="57270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platzhalter 127">
            <a:extLst>
              <a:ext uri="{FF2B5EF4-FFF2-40B4-BE49-F238E27FC236}">
                <a16:creationId xmlns:a16="http://schemas.microsoft.com/office/drawing/2014/main" id="{00961B1D-C067-D18A-CEF3-3D784A05FA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22786" y="1592003"/>
            <a:ext cx="4186541" cy="388922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txBody>
          <a:bodyPr anchor="ctr"/>
          <a:lstStyle>
            <a:lvl1pPr marL="0" indent="0">
              <a:buNone/>
              <a:defRPr lang="de-DE" sz="1200" b="1" kern="1200" dirty="0">
                <a:solidFill>
                  <a:srgbClr val="000100"/>
                </a:solidFill>
                <a:latin typeface="Franklin Gothic Demi" panose="020B06030201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76" name="Textplatzhalter 127">
            <a:extLst>
              <a:ext uri="{FF2B5EF4-FFF2-40B4-BE49-F238E27FC236}">
                <a16:creationId xmlns:a16="http://schemas.microsoft.com/office/drawing/2014/main" id="{389FF58C-062F-640D-CB88-538F5902DE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6773" y="1592003"/>
            <a:ext cx="1752503" cy="388922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txBody>
          <a:bodyPr anchor="ctr"/>
          <a:lstStyle>
            <a:lvl1pPr marL="0" indent="0">
              <a:buNone/>
              <a:defRPr lang="de-DE" sz="1200" b="1" kern="1200" dirty="0">
                <a:solidFill>
                  <a:srgbClr val="000100"/>
                </a:solidFill>
                <a:latin typeface="Franklin Gothic Demi" panose="020B06030201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77" name="Textplatzhalter 127">
            <a:extLst>
              <a:ext uri="{FF2B5EF4-FFF2-40B4-BE49-F238E27FC236}">
                <a16:creationId xmlns:a16="http://schemas.microsoft.com/office/drawing/2014/main" id="{5A56642C-2CA8-7801-5E2E-F6D3EBDC936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6773" y="3978856"/>
            <a:ext cx="1752503" cy="388922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txBody>
          <a:bodyPr anchor="ctr"/>
          <a:lstStyle>
            <a:lvl1pPr marL="0" indent="0">
              <a:buNone/>
              <a:defRPr lang="de-DE" sz="1200" b="1" kern="1200" dirty="0">
                <a:solidFill>
                  <a:srgbClr val="000100"/>
                </a:solidFill>
                <a:latin typeface="Franklin Gothic Demi" panose="020B06030201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78" name="Textplatzhalter 127">
            <a:extLst>
              <a:ext uri="{FF2B5EF4-FFF2-40B4-BE49-F238E27FC236}">
                <a16:creationId xmlns:a16="http://schemas.microsoft.com/office/drawing/2014/main" id="{208F3F04-200B-9AF9-B69F-E7B2EED7D8F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22786" y="5121856"/>
            <a:ext cx="4186541" cy="388922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txBody>
          <a:bodyPr anchor="ctr"/>
          <a:lstStyle>
            <a:lvl1pPr marL="0" indent="0">
              <a:buNone/>
              <a:defRPr lang="de-DE" sz="1200" b="1" kern="1200" dirty="0">
                <a:solidFill>
                  <a:srgbClr val="000100"/>
                </a:solidFill>
                <a:latin typeface="Franklin Gothic Demi" panose="020B06030201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79" name="Textplatzhalter 127">
            <a:extLst>
              <a:ext uri="{FF2B5EF4-FFF2-40B4-BE49-F238E27FC236}">
                <a16:creationId xmlns:a16="http://schemas.microsoft.com/office/drawing/2014/main" id="{5FC26DD2-7B8C-C4A3-4CCC-2755EED134D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58079" y="1592003"/>
            <a:ext cx="1752503" cy="388922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txBody>
          <a:bodyPr anchor="ctr"/>
          <a:lstStyle>
            <a:lvl1pPr marL="0" indent="0">
              <a:buNone/>
              <a:defRPr lang="de-DE" sz="1200" b="1" kern="1200" dirty="0">
                <a:solidFill>
                  <a:srgbClr val="000100"/>
                </a:solidFill>
                <a:latin typeface="Franklin Gothic Demi" panose="020B06030201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80" name="Textplatzhalter 127">
            <a:extLst>
              <a:ext uri="{FF2B5EF4-FFF2-40B4-BE49-F238E27FC236}">
                <a16:creationId xmlns:a16="http://schemas.microsoft.com/office/drawing/2014/main" id="{CF6C9E4B-C4DD-CD48-215A-0926D88A41B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58079" y="3978856"/>
            <a:ext cx="1752503" cy="388922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txBody>
          <a:bodyPr anchor="ctr"/>
          <a:lstStyle>
            <a:lvl1pPr marL="0" indent="0">
              <a:buNone/>
              <a:defRPr lang="de-DE" sz="1200" b="1" kern="1200" dirty="0">
                <a:solidFill>
                  <a:schemeClr val="bg1">
                    <a:lumMod val="95000"/>
                  </a:schemeClr>
                </a:solidFill>
                <a:latin typeface="Franklin Gothic Demi" panose="020B06030201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81" name="Textplatzhalter 160">
            <a:extLst>
              <a:ext uri="{FF2B5EF4-FFF2-40B4-BE49-F238E27FC236}">
                <a16:creationId xmlns:a16="http://schemas.microsoft.com/office/drawing/2014/main" id="{AC67C701-0B2D-3779-E729-1794C2CD44F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0527" y="2116689"/>
            <a:ext cx="2469189" cy="1769333"/>
          </a:xfrm>
          <a:prstGeom prst="rect">
            <a:avLst/>
          </a:prstGeom>
        </p:spPr>
        <p:txBody>
          <a:bodyPr anchor="ctr"/>
          <a:lstStyle>
            <a:lvl1pPr marL="171450" indent="-171450">
              <a:buFont typeface="Wingdings" pitchFamily="2" charset="2"/>
              <a:buChar char="§"/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82" name="Textplatzhalter 160">
            <a:extLst>
              <a:ext uri="{FF2B5EF4-FFF2-40B4-BE49-F238E27FC236}">
                <a16:creationId xmlns:a16="http://schemas.microsoft.com/office/drawing/2014/main" id="{C07B3882-F011-CD50-B968-EB16C52B4FD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0527" y="4476648"/>
            <a:ext cx="2469189" cy="1769333"/>
          </a:xfrm>
          <a:prstGeom prst="rect">
            <a:avLst/>
          </a:prstGeom>
        </p:spPr>
        <p:txBody>
          <a:bodyPr anchor="ctr"/>
          <a:lstStyle>
            <a:lvl1pPr marL="171450" indent="-171450">
              <a:buFont typeface="Wingdings" pitchFamily="2" charset="2"/>
              <a:buChar char="§"/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83" name="Textplatzhalter 160">
            <a:extLst>
              <a:ext uri="{FF2B5EF4-FFF2-40B4-BE49-F238E27FC236}">
                <a16:creationId xmlns:a16="http://schemas.microsoft.com/office/drawing/2014/main" id="{A06F6D3F-5091-4966-C9C4-C449E006D6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88556" y="2116689"/>
            <a:ext cx="2469189" cy="1769333"/>
          </a:xfrm>
          <a:prstGeom prst="rect">
            <a:avLst/>
          </a:prstGeom>
        </p:spPr>
        <p:txBody>
          <a:bodyPr anchor="ctr"/>
          <a:lstStyle>
            <a:lvl1pPr marL="171450" indent="-171450">
              <a:buFont typeface="Wingdings" pitchFamily="2" charset="2"/>
              <a:buChar char="§"/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84" name="Textplatzhalter 160">
            <a:extLst>
              <a:ext uri="{FF2B5EF4-FFF2-40B4-BE49-F238E27FC236}">
                <a16:creationId xmlns:a16="http://schemas.microsoft.com/office/drawing/2014/main" id="{36C8EBB4-EDEC-9190-D3F9-1385FC76F5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088556" y="4490095"/>
            <a:ext cx="2469189" cy="1769333"/>
          </a:xfrm>
          <a:prstGeom prst="rect">
            <a:avLst/>
          </a:prstGeom>
        </p:spPr>
        <p:txBody>
          <a:bodyPr anchor="ctr"/>
          <a:lstStyle>
            <a:lvl1pPr marL="171450" indent="-171450">
              <a:buFont typeface="Wingdings" pitchFamily="2" charset="2"/>
              <a:buChar char="§"/>
              <a:defRPr sz="1200">
                <a:solidFill>
                  <a:schemeClr val="bg1">
                    <a:lumMod val="9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85" name="Textplatzhalter 160">
            <a:extLst>
              <a:ext uri="{FF2B5EF4-FFF2-40B4-BE49-F238E27FC236}">
                <a16:creationId xmlns:a16="http://schemas.microsoft.com/office/drawing/2014/main" id="{C298575F-72E6-FD09-8A5B-57D24935E9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06321" y="5627594"/>
            <a:ext cx="5106817" cy="618387"/>
          </a:xfrm>
          <a:prstGeom prst="rect">
            <a:avLst/>
          </a:prstGeom>
        </p:spPr>
        <p:txBody>
          <a:bodyPr anchor="ctr"/>
          <a:lstStyle>
            <a:lvl1pPr marL="171450" indent="-171450">
              <a:buFont typeface="Wingdings" pitchFamily="2" charset="2"/>
              <a:buChar char="§"/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4922404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Pic Grid Sites | v.1 | Titel + Pic | 2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3">
            <a:extLst>
              <a:ext uri="{FF2B5EF4-FFF2-40B4-BE49-F238E27FC236}">
                <a16:creationId xmlns:a16="http://schemas.microsoft.com/office/drawing/2014/main" id="{ED96324F-F86B-C8F7-F2FD-94FC8D24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66" y="709896"/>
            <a:ext cx="10825997" cy="3651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 baseline="0">
                <a:solidFill>
                  <a:srgbClr val="000100"/>
                </a:solidFill>
                <a:latin typeface="Franklin Gothic Demi" panose="020B0603020102020204" pitchFamily="34" charset="0"/>
                <a:ea typeface="+mj-ea"/>
                <a:cs typeface="+mj-cs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3" name="Textplatzhalter 4">
            <a:extLst>
              <a:ext uri="{FF2B5EF4-FFF2-40B4-BE49-F238E27FC236}">
                <a16:creationId xmlns:a16="http://schemas.microsoft.com/office/drawing/2014/main" id="{A4FF64D7-CA6F-B4BC-611A-62AA7FB747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2624" y="1057907"/>
            <a:ext cx="10825993" cy="3163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00100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A132304B-A57D-4F2B-22FD-50C0D27AA849}"/>
              </a:ext>
            </a:extLst>
          </p:cNvPr>
          <p:cNvSpPr/>
          <p:nvPr userDrawn="1"/>
        </p:nvSpPr>
        <p:spPr>
          <a:xfrm>
            <a:off x="8959776" y="3989337"/>
            <a:ext cx="2708214" cy="23649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000100"/>
              </a:solidFill>
            </a:endParaRPr>
          </a:p>
        </p:txBody>
      </p:sp>
      <p:cxnSp>
        <p:nvCxnSpPr>
          <p:cNvPr id="47" name="Gerade Verbindung 46">
            <a:extLst>
              <a:ext uri="{FF2B5EF4-FFF2-40B4-BE49-F238E27FC236}">
                <a16:creationId xmlns:a16="http://schemas.microsoft.com/office/drawing/2014/main" id="{4EC3692D-5094-5820-60C4-0C0253AB5C4A}"/>
              </a:ext>
            </a:extLst>
          </p:cNvPr>
          <p:cNvCxnSpPr>
            <a:cxnSpLocks/>
          </p:cNvCxnSpPr>
          <p:nvPr userDrawn="1"/>
        </p:nvCxnSpPr>
        <p:spPr>
          <a:xfrm>
            <a:off x="3224027" y="1595137"/>
            <a:ext cx="0" cy="476342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48">
            <a:extLst>
              <a:ext uri="{FF2B5EF4-FFF2-40B4-BE49-F238E27FC236}">
                <a16:creationId xmlns:a16="http://schemas.microsoft.com/office/drawing/2014/main" id="{72752561-E567-47D5-BC53-F116B3B99315}"/>
              </a:ext>
            </a:extLst>
          </p:cNvPr>
          <p:cNvCxnSpPr>
            <a:cxnSpLocks/>
          </p:cNvCxnSpPr>
          <p:nvPr userDrawn="1"/>
        </p:nvCxnSpPr>
        <p:spPr>
          <a:xfrm>
            <a:off x="8956656" y="1595137"/>
            <a:ext cx="0" cy="476342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49">
            <a:extLst>
              <a:ext uri="{FF2B5EF4-FFF2-40B4-BE49-F238E27FC236}">
                <a16:creationId xmlns:a16="http://schemas.microsoft.com/office/drawing/2014/main" id="{1214C3FE-7F70-6D5C-D31E-C58566C95D1A}"/>
              </a:ext>
            </a:extLst>
          </p:cNvPr>
          <p:cNvCxnSpPr>
            <a:cxnSpLocks/>
          </p:cNvCxnSpPr>
          <p:nvPr userDrawn="1"/>
        </p:nvCxnSpPr>
        <p:spPr>
          <a:xfrm flipH="1">
            <a:off x="526773" y="1595137"/>
            <a:ext cx="1114596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feld 50">
            <a:extLst>
              <a:ext uri="{FF2B5EF4-FFF2-40B4-BE49-F238E27FC236}">
                <a16:creationId xmlns:a16="http://schemas.microsoft.com/office/drawing/2014/main" id="{66A66679-725C-6C8C-7303-496E79FCDF57}"/>
              </a:ext>
            </a:extLst>
          </p:cNvPr>
          <p:cNvSpPr txBox="1"/>
          <p:nvPr userDrawn="1"/>
        </p:nvSpPr>
        <p:spPr>
          <a:xfrm>
            <a:off x="2786366" y="3594556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01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D7328342-AF3F-023E-5E9E-CA3A221CC725}"/>
              </a:ext>
            </a:extLst>
          </p:cNvPr>
          <p:cNvSpPr txBox="1"/>
          <p:nvPr userDrawn="1"/>
        </p:nvSpPr>
        <p:spPr>
          <a:xfrm>
            <a:off x="2786366" y="5965350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02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A911775A-F901-6CE2-6E3E-315638B51E6E}"/>
              </a:ext>
            </a:extLst>
          </p:cNvPr>
          <p:cNvSpPr txBox="1"/>
          <p:nvPr userDrawn="1"/>
        </p:nvSpPr>
        <p:spPr>
          <a:xfrm>
            <a:off x="11222221" y="3594556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04</a:t>
            </a: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14E81757-BBEA-0F2D-303D-107A21DC5D4D}"/>
              </a:ext>
            </a:extLst>
          </p:cNvPr>
          <p:cNvSpPr txBox="1"/>
          <p:nvPr userDrawn="1"/>
        </p:nvSpPr>
        <p:spPr>
          <a:xfrm>
            <a:off x="11222221" y="5965350"/>
            <a:ext cx="438901" cy="388929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de-DE" sz="1600">
                <a:solidFill>
                  <a:schemeClr val="bg1"/>
                </a:solidFill>
              </a:rPr>
              <a:t>05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B1A4BEAA-6568-0D28-EE3C-0C99746D4CA5}"/>
              </a:ext>
            </a:extLst>
          </p:cNvPr>
          <p:cNvSpPr txBox="1"/>
          <p:nvPr userDrawn="1"/>
        </p:nvSpPr>
        <p:spPr>
          <a:xfrm>
            <a:off x="8516516" y="5965350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03</a:t>
            </a:r>
          </a:p>
        </p:txBody>
      </p:sp>
      <p:cxnSp>
        <p:nvCxnSpPr>
          <p:cNvPr id="61" name="Gerade Verbindung 60">
            <a:extLst>
              <a:ext uri="{FF2B5EF4-FFF2-40B4-BE49-F238E27FC236}">
                <a16:creationId xmlns:a16="http://schemas.microsoft.com/office/drawing/2014/main" id="{8F13C6E3-C5C3-3FB0-90BA-3869BF0F65C5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512687" y="3983485"/>
            <a:ext cx="11155303" cy="585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platzhalter 127">
            <a:extLst>
              <a:ext uri="{FF2B5EF4-FFF2-40B4-BE49-F238E27FC236}">
                <a16:creationId xmlns:a16="http://schemas.microsoft.com/office/drawing/2014/main" id="{00961B1D-C067-D18A-CEF3-3D784A05FA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22786" y="1592003"/>
            <a:ext cx="4186541" cy="388922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txBody>
          <a:bodyPr anchor="ctr"/>
          <a:lstStyle>
            <a:lvl1pPr marL="0" indent="0">
              <a:buNone/>
              <a:defRPr lang="de-DE" sz="1200" b="1" kern="1200" dirty="0">
                <a:solidFill>
                  <a:srgbClr val="000100"/>
                </a:solidFill>
                <a:latin typeface="Franklin Gothic Demi" panose="020B06030201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76" name="Textplatzhalter 127">
            <a:extLst>
              <a:ext uri="{FF2B5EF4-FFF2-40B4-BE49-F238E27FC236}">
                <a16:creationId xmlns:a16="http://schemas.microsoft.com/office/drawing/2014/main" id="{389FF58C-062F-640D-CB88-538F5902DE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6773" y="1592003"/>
            <a:ext cx="1752503" cy="388922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txBody>
          <a:bodyPr anchor="ctr"/>
          <a:lstStyle>
            <a:lvl1pPr marL="0" indent="0">
              <a:buNone/>
              <a:defRPr lang="de-DE" sz="1200" b="1" kern="1200" dirty="0">
                <a:solidFill>
                  <a:srgbClr val="000100"/>
                </a:solidFill>
                <a:latin typeface="Franklin Gothic Demi" panose="020B06030201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77" name="Textplatzhalter 127">
            <a:extLst>
              <a:ext uri="{FF2B5EF4-FFF2-40B4-BE49-F238E27FC236}">
                <a16:creationId xmlns:a16="http://schemas.microsoft.com/office/drawing/2014/main" id="{5A56642C-2CA8-7801-5E2E-F6D3EBDC936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6773" y="3978856"/>
            <a:ext cx="1752503" cy="388922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txBody>
          <a:bodyPr anchor="ctr"/>
          <a:lstStyle>
            <a:lvl1pPr marL="0" indent="0">
              <a:buNone/>
              <a:defRPr lang="de-DE" sz="1200" b="1" kern="1200" dirty="0">
                <a:solidFill>
                  <a:srgbClr val="000100"/>
                </a:solidFill>
                <a:latin typeface="Franklin Gothic Demi" panose="020B06030201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78" name="Textplatzhalter 127">
            <a:extLst>
              <a:ext uri="{FF2B5EF4-FFF2-40B4-BE49-F238E27FC236}">
                <a16:creationId xmlns:a16="http://schemas.microsoft.com/office/drawing/2014/main" id="{208F3F04-200B-9AF9-B69F-E7B2EED7D8F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22786" y="3978856"/>
            <a:ext cx="4186541" cy="388922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txBody>
          <a:bodyPr anchor="ctr"/>
          <a:lstStyle>
            <a:lvl1pPr marL="0" indent="0">
              <a:buNone/>
              <a:defRPr lang="de-DE" sz="1200" b="1" kern="1200" dirty="0">
                <a:solidFill>
                  <a:srgbClr val="000100"/>
                </a:solidFill>
                <a:latin typeface="Franklin Gothic Demi" panose="020B06030201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79" name="Textplatzhalter 127">
            <a:extLst>
              <a:ext uri="{FF2B5EF4-FFF2-40B4-BE49-F238E27FC236}">
                <a16:creationId xmlns:a16="http://schemas.microsoft.com/office/drawing/2014/main" id="{5FC26DD2-7B8C-C4A3-4CCC-2755EED134D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58079" y="1592003"/>
            <a:ext cx="1752503" cy="388922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txBody>
          <a:bodyPr anchor="ctr"/>
          <a:lstStyle>
            <a:lvl1pPr marL="0" indent="0">
              <a:buNone/>
              <a:defRPr lang="de-DE" sz="1200" b="1" kern="1200" dirty="0">
                <a:solidFill>
                  <a:srgbClr val="000100"/>
                </a:solidFill>
                <a:latin typeface="Franklin Gothic Demi" panose="020B06030201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80" name="Textplatzhalter 127">
            <a:extLst>
              <a:ext uri="{FF2B5EF4-FFF2-40B4-BE49-F238E27FC236}">
                <a16:creationId xmlns:a16="http://schemas.microsoft.com/office/drawing/2014/main" id="{CF6C9E4B-C4DD-CD48-215A-0926D88A41B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58079" y="3978856"/>
            <a:ext cx="1752503" cy="388922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txBody>
          <a:bodyPr anchor="ctr"/>
          <a:lstStyle>
            <a:lvl1pPr marL="0" indent="0">
              <a:buNone/>
              <a:defRPr lang="de-DE" sz="1200" b="1" kern="1200" dirty="0">
                <a:solidFill>
                  <a:schemeClr val="bg1">
                    <a:lumMod val="95000"/>
                  </a:schemeClr>
                </a:solidFill>
                <a:latin typeface="Franklin Gothic Demi" panose="020B06030201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81" name="Textplatzhalter 160">
            <a:extLst>
              <a:ext uri="{FF2B5EF4-FFF2-40B4-BE49-F238E27FC236}">
                <a16:creationId xmlns:a16="http://schemas.microsoft.com/office/drawing/2014/main" id="{AC67C701-0B2D-3779-E729-1794C2CD44F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0527" y="2116689"/>
            <a:ext cx="2469189" cy="1769333"/>
          </a:xfrm>
          <a:prstGeom prst="rect">
            <a:avLst/>
          </a:prstGeom>
        </p:spPr>
        <p:txBody>
          <a:bodyPr anchor="ctr"/>
          <a:lstStyle>
            <a:lvl1pPr marL="171450" indent="-171450">
              <a:buFont typeface="Wingdings" pitchFamily="2" charset="2"/>
              <a:buChar char="§"/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82" name="Textplatzhalter 160">
            <a:extLst>
              <a:ext uri="{FF2B5EF4-FFF2-40B4-BE49-F238E27FC236}">
                <a16:creationId xmlns:a16="http://schemas.microsoft.com/office/drawing/2014/main" id="{C07B3882-F011-CD50-B968-EB16C52B4FD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0527" y="4476648"/>
            <a:ext cx="2469189" cy="1769333"/>
          </a:xfrm>
          <a:prstGeom prst="rect">
            <a:avLst/>
          </a:prstGeom>
        </p:spPr>
        <p:txBody>
          <a:bodyPr anchor="ctr"/>
          <a:lstStyle>
            <a:lvl1pPr marL="171450" indent="-171450">
              <a:buFont typeface="Wingdings" pitchFamily="2" charset="2"/>
              <a:buChar char="§"/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83" name="Textplatzhalter 160">
            <a:extLst>
              <a:ext uri="{FF2B5EF4-FFF2-40B4-BE49-F238E27FC236}">
                <a16:creationId xmlns:a16="http://schemas.microsoft.com/office/drawing/2014/main" id="{A06F6D3F-5091-4966-C9C4-C449E006D6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88556" y="2116689"/>
            <a:ext cx="2469189" cy="1769333"/>
          </a:xfrm>
          <a:prstGeom prst="rect">
            <a:avLst/>
          </a:prstGeom>
        </p:spPr>
        <p:txBody>
          <a:bodyPr anchor="ctr"/>
          <a:lstStyle>
            <a:lvl1pPr marL="171450" indent="-171450">
              <a:buFont typeface="Wingdings" pitchFamily="2" charset="2"/>
              <a:buChar char="§"/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84" name="Textplatzhalter 160">
            <a:extLst>
              <a:ext uri="{FF2B5EF4-FFF2-40B4-BE49-F238E27FC236}">
                <a16:creationId xmlns:a16="http://schemas.microsoft.com/office/drawing/2014/main" id="{36C8EBB4-EDEC-9190-D3F9-1385FC76F5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088556" y="4490095"/>
            <a:ext cx="2469189" cy="1769333"/>
          </a:xfrm>
          <a:prstGeom prst="rect">
            <a:avLst/>
          </a:prstGeom>
        </p:spPr>
        <p:txBody>
          <a:bodyPr anchor="ctr"/>
          <a:lstStyle>
            <a:lvl1pPr marL="171450" indent="-171450">
              <a:buFont typeface="Wingdings" pitchFamily="2" charset="2"/>
              <a:buChar char="§"/>
              <a:defRPr sz="1200">
                <a:solidFill>
                  <a:schemeClr val="bg1">
                    <a:lumMod val="9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85" name="Textplatzhalter 160">
            <a:extLst>
              <a:ext uri="{FF2B5EF4-FFF2-40B4-BE49-F238E27FC236}">
                <a16:creationId xmlns:a16="http://schemas.microsoft.com/office/drawing/2014/main" id="{C298575F-72E6-FD09-8A5B-57D24935E9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06321" y="4484594"/>
            <a:ext cx="5106817" cy="618387"/>
          </a:xfrm>
          <a:prstGeom prst="rect">
            <a:avLst/>
          </a:prstGeom>
        </p:spPr>
        <p:txBody>
          <a:bodyPr anchor="ctr"/>
          <a:lstStyle>
            <a:lvl1pPr marL="171450" indent="-171450">
              <a:buFont typeface="Wingdings" pitchFamily="2" charset="2"/>
              <a:buChar char="§"/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374632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ic Grid Sites | v.1 | Titel + Pic | 2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D7B23275-C314-5B2D-8303-69B929B0671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89413" y="524434"/>
            <a:ext cx="7469187" cy="58192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cxnSp>
        <p:nvCxnSpPr>
          <p:cNvPr id="3" name="Gerade Verbindung 2">
            <a:extLst>
              <a:ext uri="{FF2B5EF4-FFF2-40B4-BE49-F238E27FC236}">
                <a16:creationId xmlns:a16="http://schemas.microsoft.com/office/drawing/2014/main" id="{8DDD4E1D-3759-4641-291B-B010861A9BD2}"/>
              </a:ext>
            </a:extLst>
          </p:cNvPr>
          <p:cNvCxnSpPr>
            <a:cxnSpLocks/>
          </p:cNvCxnSpPr>
          <p:nvPr userDrawn="1"/>
        </p:nvCxnSpPr>
        <p:spPr>
          <a:xfrm>
            <a:off x="4188759" y="0"/>
            <a:ext cx="0" cy="63585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83EE7BBB-CC8C-5868-8745-DD0EE10805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2354" y="5479675"/>
            <a:ext cx="3301159" cy="7671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400" b="1" i="0">
                <a:latin typeface="Franklin Gothic Heavy" panose="020B0603020102020204" pitchFamily="34" charset="0"/>
              </a:defRPr>
            </a:lvl1pPr>
          </a:lstStyle>
          <a:p>
            <a:pPr lvl="0"/>
            <a:r>
              <a:rPr lang="de-DE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13357796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Pic Grid Sites | v.1 | Titel + Pic | 2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D7B23275-C314-5B2D-8303-69B929B0671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3205" y="0"/>
            <a:ext cx="7200803" cy="68579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cxnSp>
        <p:nvCxnSpPr>
          <p:cNvPr id="3" name="Gerade Verbindung 2">
            <a:extLst>
              <a:ext uri="{FF2B5EF4-FFF2-40B4-BE49-F238E27FC236}">
                <a16:creationId xmlns:a16="http://schemas.microsoft.com/office/drawing/2014/main" id="{8DDD4E1D-3759-4641-291B-B010861A9BD2}"/>
              </a:ext>
            </a:extLst>
          </p:cNvPr>
          <p:cNvCxnSpPr>
            <a:cxnSpLocks/>
          </p:cNvCxnSpPr>
          <p:nvPr userDrawn="1"/>
        </p:nvCxnSpPr>
        <p:spPr>
          <a:xfrm>
            <a:off x="7211134" y="0"/>
            <a:ext cx="0" cy="63585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83EE7BBB-CC8C-5868-8745-DD0EE10805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2354" y="5479675"/>
            <a:ext cx="3301159" cy="7671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400" b="1" i="0">
                <a:latin typeface="Franklin Gothic Heavy" panose="020B0603020102020204" pitchFamily="34" charset="0"/>
              </a:defRPr>
            </a:lvl1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63BAE8D-8BDC-F0F9-B29A-6F1B801932CE}"/>
              </a:ext>
            </a:extLst>
          </p:cNvPr>
          <p:cNvSpPr txBox="1"/>
          <p:nvPr userDrawn="1"/>
        </p:nvSpPr>
        <p:spPr>
          <a:xfrm>
            <a:off x="11232986" y="1583792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01</a:t>
            </a:r>
          </a:p>
        </p:txBody>
      </p:sp>
      <p:cxnSp>
        <p:nvCxnSpPr>
          <p:cNvPr id="4" name="Gerade Verbindung 3">
            <a:extLst>
              <a:ext uri="{FF2B5EF4-FFF2-40B4-BE49-F238E27FC236}">
                <a16:creationId xmlns:a16="http://schemas.microsoft.com/office/drawing/2014/main" id="{0795E091-2554-35DA-64FD-6203BAF9949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7211134" y="3428998"/>
            <a:ext cx="4447217" cy="324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EF5DEB07-9AF0-EF5F-FD6B-2AE7540193E6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7211136" y="1972721"/>
            <a:ext cx="4454091" cy="55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7EADB017-B805-3B07-4D91-59A4FA6CF5E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7211136" y="4895345"/>
            <a:ext cx="4454091" cy="190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B11CB33E-E598-1CE0-64A6-A2A2E5757933}"/>
              </a:ext>
            </a:extLst>
          </p:cNvPr>
          <p:cNvSpPr txBox="1"/>
          <p:nvPr userDrawn="1"/>
        </p:nvSpPr>
        <p:spPr>
          <a:xfrm>
            <a:off x="11232986" y="3041914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02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A24EAD7-D789-5683-873D-564799FDBFC6}"/>
              </a:ext>
            </a:extLst>
          </p:cNvPr>
          <p:cNvSpPr txBox="1"/>
          <p:nvPr userDrawn="1"/>
        </p:nvSpPr>
        <p:spPr>
          <a:xfrm>
            <a:off x="11232986" y="4506416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03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AD6EF40-84E0-4FD1-72D2-15BFDC3636E6}"/>
              </a:ext>
            </a:extLst>
          </p:cNvPr>
          <p:cNvSpPr txBox="1"/>
          <p:nvPr userDrawn="1"/>
        </p:nvSpPr>
        <p:spPr>
          <a:xfrm>
            <a:off x="11230146" y="5965350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04</a:t>
            </a:r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755A3883-AA56-C4E3-5163-B22E68908E08}"/>
              </a:ext>
            </a:extLst>
          </p:cNvPr>
          <p:cNvCxnSpPr>
            <a:cxnSpLocks/>
          </p:cNvCxnSpPr>
          <p:nvPr userDrawn="1"/>
        </p:nvCxnSpPr>
        <p:spPr>
          <a:xfrm>
            <a:off x="-3205" y="6356351"/>
            <a:ext cx="1167088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7524EADA-0D14-6061-16B5-2A191562DC3C}"/>
              </a:ext>
            </a:extLst>
          </p:cNvPr>
          <p:cNvSpPr txBox="1"/>
          <p:nvPr userDrawn="1"/>
        </p:nvSpPr>
        <p:spPr>
          <a:xfrm>
            <a:off x="658244" y="6505804"/>
            <a:ext cx="19818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b="0" i="0">
                <a:solidFill>
                  <a:srgbClr val="DADADA"/>
                </a:solidFill>
                <a:latin typeface="Franklin Gothic Book" panose="020B0503020102020204" pitchFamily="34" charset="0"/>
              </a:rPr>
              <a:t>Copyright 2024®RealCore Group GmbH</a:t>
            </a:r>
          </a:p>
        </p:txBody>
      </p:sp>
      <p:cxnSp>
        <p:nvCxnSpPr>
          <p:cNvPr id="12" name="Gerade Verbindung 11">
            <a:extLst>
              <a:ext uri="{FF2B5EF4-FFF2-40B4-BE49-F238E27FC236}">
                <a16:creationId xmlns:a16="http://schemas.microsoft.com/office/drawing/2014/main" id="{6F7FDB63-C669-2203-ADC4-519EC1041987}"/>
              </a:ext>
            </a:extLst>
          </p:cNvPr>
          <p:cNvCxnSpPr>
            <a:cxnSpLocks/>
          </p:cNvCxnSpPr>
          <p:nvPr userDrawn="1"/>
        </p:nvCxnSpPr>
        <p:spPr>
          <a:xfrm>
            <a:off x="0" y="514351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120FAA6B-579F-8A19-8FEB-75A1BEC43E0C}"/>
              </a:ext>
            </a:extLst>
          </p:cNvPr>
          <p:cNvCxnSpPr>
            <a:cxnSpLocks/>
          </p:cNvCxnSpPr>
          <p:nvPr userDrawn="1"/>
        </p:nvCxnSpPr>
        <p:spPr>
          <a:xfrm>
            <a:off x="523111" y="517525"/>
            <a:ext cx="0" cy="634047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77A0B37C-4046-985D-720F-7C04B3F976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5443" y="6518103"/>
            <a:ext cx="203200" cy="190500"/>
          </a:xfrm>
          <a:prstGeom prst="rect">
            <a:avLst/>
          </a:prstGeom>
        </p:spPr>
      </p:pic>
      <p:sp>
        <p:nvSpPr>
          <p:cNvPr id="16" name="Textplatzhalter 127">
            <a:extLst>
              <a:ext uri="{FF2B5EF4-FFF2-40B4-BE49-F238E27FC236}">
                <a16:creationId xmlns:a16="http://schemas.microsoft.com/office/drawing/2014/main" id="{17325378-D71B-B828-282D-E15453D54A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52066" y="676213"/>
            <a:ext cx="4145164" cy="29704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 i="0">
                <a:latin typeface="Franklin Gothic Demi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Headline</a:t>
            </a:r>
          </a:p>
        </p:txBody>
      </p:sp>
      <p:sp>
        <p:nvSpPr>
          <p:cNvPr id="17" name="Textplatzhalter 127">
            <a:extLst>
              <a:ext uri="{FF2B5EF4-FFF2-40B4-BE49-F238E27FC236}">
                <a16:creationId xmlns:a16="http://schemas.microsoft.com/office/drawing/2014/main" id="{FF6920BB-F9AB-85E5-E9E9-450A7BBE81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2066" y="1086006"/>
            <a:ext cx="4145164" cy="2970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Franklin Gothic Book" panose="020B05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8" name="Textplatzhalter 127">
            <a:extLst>
              <a:ext uri="{FF2B5EF4-FFF2-40B4-BE49-F238E27FC236}">
                <a16:creationId xmlns:a16="http://schemas.microsoft.com/office/drawing/2014/main" id="{92F7B270-DB8F-9ACC-9704-C6C0EEC6A0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52066" y="2168837"/>
            <a:ext cx="4145164" cy="29704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 i="0">
                <a:latin typeface="Franklin Gothic Demi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Headline</a:t>
            </a:r>
          </a:p>
        </p:txBody>
      </p:sp>
      <p:sp>
        <p:nvSpPr>
          <p:cNvPr id="20" name="Textplatzhalter 127">
            <a:extLst>
              <a:ext uri="{FF2B5EF4-FFF2-40B4-BE49-F238E27FC236}">
                <a16:creationId xmlns:a16="http://schemas.microsoft.com/office/drawing/2014/main" id="{91F6211E-8F72-C368-136C-FF77E9CB33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52066" y="2578630"/>
            <a:ext cx="4145164" cy="2970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Franklin Gothic Book" panose="020B05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21" name="Textplatzhalter 127">
            <a:extLst>
              <a:ext uri="{FF2B5EF4-FFF2-40B4-BE49-F238E27FC236}">
                <a16:creationId xmlns:a16="http://schemas.microsoft.com/office/drawing/2014/main" id="{3909F02E-40A2-62DE-C426-DB9525A276D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52066" y="3600949"/>
            <a:ext cx="4145164" cy="2970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Franklin Gothic Demi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22" name="Textplatzhalter 127">
            <a:extLst>
              <a:ext uri="{FF2B5EF4-FFF2-40B4-BE49-F238E27FC236}">
                <a16:creationId xmlns:a16="http://schemas.microsoft.com/office/drawing/2014/main" id="{45F87A23-E517-F066-D8BB-5D8D18ACA9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52066" y="4010742"/>
            <a:ext cx="4145164" cy="2970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Franklin Gothic Book" panose="020B05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23" name="Textplatzhalter 127">
            <a:extLst>
              <a:ext uri="{FF2B5EF4-FFF2-40B4-BE49-F238E27FC236}">
                <a16:creationId xmlns:a16="http://schemas.microsoft.com/office/drawing/2014/main" id="{90EE924D-4973-6441-8838-80FCFC5988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52066" y="5093573"/>
            <a:ext cx="4145164" cy="29704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 i="0">
                <a:latin typeface="Franklin Gothic Demi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Headline</a:t>
            </a:r>
          </a:p>
        </p:txBody>
      </p:sp>
      <p:sp>
        <p:nvSpPr>
          <p:cNvPr id="24" name="Textplatzhalter 127">
            <a:extLst>
              <a:ext uri="{FF2B5EF4-FFF2-40B4-BE49-F238E27FC236}">
                <a16:creationId xmlns:a16="http://schemas.microsoft.com/office/drawing/2014/main" id="{87E1CF59-A206-4F5D-83F8-E47EF587C1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52066" y="5503366"/>
            <a:ext cx="4145164" cy="2970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Franklin Gothic Book" panose="020B05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195516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Pic Grid Sites | v.1 | Titel + Pic | 2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D7B23275-C314-5B2D-8303-69B929B0671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3205" y="0"/>
            <a:ext cx="7200803" cy="6857998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cxnSp>
        <p:nvCxnSpPr>
          <p:cNvPr id="3" name="Gerade Verbindung 2">
            <a:extLst>
              <a:ext uri="{FF2B5EF4-FFF2-40B4-BE49-F238E27FC236}">
                <a16:creationId xmlns:a16="http://schemas.microsoft.com/office/drawing/2014/main" id="{8DDD4E1D-3759-4641-291B-B010861A9BD2}"/>
              </a:ext>
            </a:extLst>
          </p:cNvPr>
          <p:cNvCxnSpPr>
            <a:cxnSpLocks/>
          </p:cNvCxnSpPr>
          <p:nvPr userDrawn="1"/>
        </p:nvCxnSpPr>
        <p:spPr>
          <a:xfrm>
            <a:off x="7211134" y="0"/>
            <a:ext cx="0" cy="63585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83EE7BBB-CC8C-5868-8745-DD0EE10805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2354" y="5479675"/>
            <a:ext cx="3301159" cy="7671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400" b="1" i="0">
                <a:solidFill>
                  <a:schemeClr val="bg1">
                    <a:lumMod val="95000"/>
                  </a:schemeClr>
                </a:solidFill>
                <a:latin typeface="Franklin Gothic Heavy" panose="020B0603020102020204" pitchFamily="34" charset="0"/>
              </a:defRPr>
            </a:lvl1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63BAE8D-8BDC-F0F9-B29A-6F1B801932CE}"/>
              </a:ext>
            </a:extLst>
          </p:cNvPr>
          <p:cNvSpPr txBox="1"/>
          <p:nvPr userDrawn="1"/>
        </p:nvSpPr>
        <p:spPr>
          <a:xfrm>
            <a:off x="11232986" y="1583792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01</a:t>
            </a:r>
          </a:p>
        </p:txBody>
      </p:sp>
      <p:cxnSp>
        <p:nvCxnSpPr>
          <p:cNvPr id="4" name="Gerade Verbindung 3">
            <a:extLst>
              <a:ext uri="{FF2B5EF4-FFF2-40B4-BE49-F238E27FC236}">
                <a16:creationId xmlns:a16="http://schemas.microsoft.com/office/drawing/2014/main" id="{0795E091-2554-35DA-64FD-6203BAF9949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7211134" y="3428998"/>
            <a:ext cx="4447217" cy="324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EF5DEB07-9AF0-EF5F-FD6B-2AE7540193E6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7211136" y="1972721"/>
            <a:ext cx="4454091" cy="55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7EADB017-B805-3B07-4D91-59A4FA6CF5E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7211136" y="4895345"/>
            <a:ext cx="4454091" cy="190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B11CB33E-E598-1CE0-64A6-A2A2E5757933}"/>
              </a:ext>
            </a:extLst>
          </p:cNvPr>
          <p:cNvSpPr txBox="1"/>
          <p:nvPr userDrawn="1"/>
        </p:nvSpPr>
        <p:spPr>
          <a:xfrm>
            <a:off x="11232986" y="3041914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02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A24EAD7-D789-5683-873D-564799FDBFC6}"/>
              </a:ext>
            </a:extLst>
          </p:cNvPr>
          <p:cNvSpPr txBox="1"/>
          <p:nvPr userDrawn="1"/>
        </p:nvSpPr>
        <p:spPr>
          <a:xfrm>
            <a:off x="11232986" y="4506416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03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AD6EF40-84E0-4FD1-72D2-15BFDC3636E6}"/>
              </a:ext>
            </a:extLst>
          </p:cNvPr>
          <p:cNvSpPr txBox="1"/>
          <p:nvPr userDrawn="1"/>
        </p:nvSpPr>
        <p:spPr>
          <a:xfrm>
            <a:off x="11230146" y="5965350"/>
            <a:ext cx="438901" cy="38892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1600"/>
              <a:t>04</a:t>
            </a:r>
          </a:p>
        </p:txBody>
      </p:sp>
      <p:sp>
        <p:nvSpPr>
          <p:cNvPr id="16" name="Textplatzhalter 127">
            <a:extLst>
              <a:ext uri="{FF2B5EF4-FFF2-40B4-BE49-F238E27FC236}">
                <a16:creationId xmlns:a16="http://schemas.microsoft.com/office/drawing/2014/main" id="{17325378-D71B-B828-282D-E15453D54A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52066" y="676213"/>
            <a:ext cx="4145164" cy="29704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 i="0">
                <a:latin typeface="Franklin Gothic Demi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Headline</a:t>
            </a:r>
          </a:p>
        </p:txBody>
      </p:sp>
      <p:sp>
        <p:nvSpPr>
          <p:cNvPr id="17" name="Textplatzhalter 127">
            <a:extLst>
              <a:ext uri="{FF2B5EF4-FFF2-40B4-BE49-F238E27FC236}">
                <a16:creationId xmlns:a16="http://schemas.microsoft.com/office/drawing/2014/main" id="{FF6920BB-F9AB-85E5-E9E9-450A7BBE81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2066" y="1086006"/>
            <a:ext cx="4145164" cy="2970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Franklin Gothic Book" panose="020B05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8" name="Textplatzhalter 127">
            <a:extLst>
              <a:ext uri="{FF2B5EF4-FFF2-40B4-BE49-F238E27FC236}">
                <a16:creationId xmlns:a16="http://schemas.microsoft.com/office/drawing/2014/main" id="{92F7B270-DB8F-9ACC-9704-C6C0EEC6A0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52066" y="2168837"/>
            <a:ext cx="4145164" cy="29704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 i="0">
                <a:latin typeface="Franklin Gothic Demi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Headline</a:t>
            </a:r>
          </a:p>
        </p:txBody>
      </p:sp>
      <p:sp>
        <p:nvSpPr>
          <p:cNvPr id="20" name="Textplatzhalter 127">
            <a:extLst>
              <a:ext uri="{FF2B5EF4-FFF2-40B4-BE49-F238E27FC236}">
                <a16:creationId xmlns:a16="http://schemas.microsoft.com/office/drawing/2014/main" id="{91F6211E-8F72-C368-136C-FF77E9CB33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52066" y="2578630"/>
            <a:ext cx="4145164" cy="2970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Franklin Gothic Book" panose="020B05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21" name="Textplatzhalter 127">
            <a:extLst>
              <a:ext uri="{FF2B5EF4-FFF2-40B4-BE49-F238E27FC236}">
                <a16:creationId xmlns:a16="http://schemas.microsoft.com/office/drawing/2014/main" id="{3909F02E-40A2-62DE-C426-DB9525A276D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52066" y="3600949"/>
            <a:ext cx="4145164" cy="2970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Franklin Gothic Demi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22" name="Textplatzhalter 127">
            <a:extLst>
              <a:ext uri="{FF2B5EF4-FFF2-40B4-BE49-F238E27FC236}">
                <a16:creationId xmlns:a16="http://schemas.microsoft.com/office/drawing/2014/main" id="{45F87A23-E517-F066-D8BB-5D8D18ACA9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52066" y="4010742"/>
            <a:ext cx="4145164" cy="2970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Franklin Gothic Book" panose="020B05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23" name="Textplatzhalter 127">
            <a:extLst>
              <a:ext uri="{FF2B5EF4-FFF2-40B4-BE49-F238E27FC236}">
                <a16:creationId xmlns:a16="http://schemas.microsoft.com/office/drawing/2014/main" id="{90EE924D-4973-6441-8838-80FCFC5988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52066" y="5093573"/>
            <a:ext cx="4145164" cy="29704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 i="0">
                <a:latin typeface="Franklin Gothic Demi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Headline</a:t>
            </a:r>
          </a:p>
        </p:txBody>
      </p:sp>
      <p:sp>
        <p:nvSpPr>
          <p:cNvPr id="24" name="Textplatzhalter 127">
            <a:extLst>
              <a:ext uri="{FF2B5EF4-FFF2-40B4-BE49-F238E27FC236}">
                <a16:creationId xmlns:a16="http://schemas.microsoft.com/office/drawing/2014/main" id="{87E1CF59-A206-4F5D-83F8-E47EF587C1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52066" y="5503366"/>
            <a:ext cx="4145164" cy="2970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Franklin Gothic Book" panose="020B05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3E90E2C2-E388-DC71-0E78-965442BFF1FD}"/>
              </a:ext>
            </a:extLst>
          </p:cNvPr>
          <p:cNvSpPr txBox="1"/>
          <p:nvPr userDrawn="1"/>
        </p:nvSpPr>
        <p:spPr>
          <a:xfrm>
            <a:off x="658244" y="6505804"/>
            <a:ext cx="19818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>
                <a:solidFill>
                  <a:srgbClr val="DADADA"/>
                </a:solidFill>
              </a:rPr>
              <a:t>Copyright 2024®RealCore Group GmbH</a:t>
            </a:r>
          </a:p>
        </p:txBody>
      </p:sp>
      <p:cxnSp>
        <p:nvCxnSpPr>
          <p:cNvPr id="26" name="Gerade Verbindung 25">
            <a:extLst>
              <a:ext uri="{FF2B5EF4-FFF2-40B4-BE49-F238E27FC236}">
                <a16:creationId xmlns:a16="http://schemas.microsoft.com/office/drawing/2014/main" id="{733193B0-C98A-44C0-244D-78BF68E6DD80}"/>
              </a:ext>
            </a:extLst>
          </p:cNvPr>
          <p:cNvCxnSpPr>
            <a:cxnSpLocks/>
          </p:cNvCxnSpPr>
          <p:nvPr userDrawn="1"/>
        </p:nvCxnSpPr>
        <p:spPr>
          <a:xfrm>
            <a:off x="-3205" y="6356351"/>
            <a:ext cx="1167088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10E1FFF3-C764-5D80-CE7B-A08CB67EADDC}"/>
              </a:ext>
            </a:extLst>
          </p:cNvPr>
          <p:cNvCxnSpPr>
            <a:cxnSpLocks/>
          </p:cNvCxnSpPr>
          <p:nvPr userDrawn="1"/>
        </p:nvCxnSpPr>
        <p:spPr>
          <a:xfrm>
            <a:off x="0" y="514351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27">
            <a:extLst>
              <a:ext uri="{FF2B5EF4-FFF2-40B4-BE49-F238E27FC236}">
                <a16:creationId xmlns:a16="http://schemas.microsoft.com/office/drawing/2014/main" id="{A08D61B5-6B9C-0565-83E1-810217150ED5}"/>
              </a:ext>
            </a:extLst>
          </p:cNvPr>
          <p:cNvCxnSpPr>
            <a:cxnSpLocks/>
          </p:cNvCxnSpPr>
          <p:nvPr userDrawn="1"/>
        </p:nvCxnSpPr>
        <p:spPr>
          <a:xfrm>
            <a:off x="523111" y="517525"/>
            <a:ext cx="0" cy="634047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Grafik 28">
            <a:extLst>
              <a:ext uri="{FF2B5EF4-FFF2-40B4-BE49-F238E27FC236}">
                <a16:creationId xmlns:a16="http://schemas.microsoft.com/office/drawing/2014/main" id="{4F49472D-778E-C23D-2D96-3F81B61BBB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165443" y="6518103"/>
            <a:ext cx="2032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6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ic Grid Sites | v.1 | Titel + Pic | 2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3">
            <a:extLst>
              <a:ext uri="{FF2B5EF4-FFF2-40B4-BE49-F238E27FC236}">
                <a16:creationId xmlns:a16="http://schemas.microsoft.com/office/drawing/2014/main" id="{DB0920A6-CFC0-09C5-C16E-344C09784DA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12499E5-F05F-7E53-1EC9-7A7286596EAA}"/>
              </a:ext>
            </a:extLst>
          </p:cNvPr>
          <p:cNvSpPr txBox="1"/>
          <p:nvPr userDrawn="1"/>
        </p:nvSpPr>
        <p:spPr>
          <a:xfrm>
            <a:off x="658244" y="6505804"/>
            <a:ext cx="19818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>
                <a:solidFill>
                  <a:srgbClr val="DADADA"/>
                </a:solidFill>
              </a:rPr>
              <a:t>Copyright 2024®RealCore Group GmbH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21B61D4-2649-C28B-FD74-E07504EB45FE}"/>
              </a:ext>
            </a:extLst>
          </p:cNvPr>
          <p:cNvSpPr txBox="1"/>
          <p:nvPr userDrawn="1"/>
        </p:nvSpPr>
        <p:spPr>
          <a:xfrm>
            <a:off x="10434663" y="6505804"/>
            <a:ext cx="1233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800">
                <a:solidFill>
                  <a:srgbClr val="DADADA"/>
                </a:solidFill>
              </a:rPr>
              <a:t>Version 1.0.1 - RC</a:t>
            </a:r>
          </a:p>
        </p:txBody>
      </p:sp>
      <p:sp>
        <p:nvSpPr>
          <p:cNvPr id="8" name="Grafik 5">
            <a:extLst>
              <a:ext uri="{FF2B5EF4-FFF2-40B4-BE49-F238E27FC236}">
                <a16:creationId xmlns:a16="http://schemas.microsoft.com/office/drawing/2014/main" id="{B3F89899-FA06-D3DA-CD99-C751D476257F}"/>
              </a:ext>
            </a:extLst>
          </p:cNvPr>
          <p:cNvSpPr/>
          <p:nvPr userDrawn="1"/>
        </p:nvSpPr>
        <p:spPr>
          <a:xfrm>
            <a:off x="11667684" y="6356351"/>
            <a:ext cx="524316" cy="507289"/>
          </a:xfrm>
          <a:custGeom>
            <a:avLst/>
            <a:gdLst>
              <a:gd name="connsiteX0" fmla="*/ 0 w 964703"/>
              <a:gd name="connsiteY0" fmla="*/ 0 h 965698"/>
              <a:gd name="connsiteX1" fmla="*/ 0 w 964703"/>
              <a:gd name="connsiteY1" fmla="*/ 965699 h 965698"/>
              <a:gd name="connsiteX2" fmla="*/ 964703 w 964703"/>
              <a:gd name="connsiteY2" fmla="*/ 965699 h 965698"/>
              <a:gd name="connsiteX3" fmla="*/ 964703 w 964703"/>
              <a:gd name="connsiteY3" fmla="*/ 0 h 965698"/>
              <a:gd name="connsiteX4" fmla="*/ 0 w 964703"/>
              <a:gd name="connsiteY4" fmla="*/ 0 h 965698"/>
              <a:gd name="connsiteX5" fmla="*/ 480975 w 964703"/>
              <a:gd name="connsiteY5" fmla="*/ 796433 h 965698"/>
              <a:gd name="connsiteX6" fmla="*/ 164629 w 964703"/>
              <a:gd name="connsiteY6" fmla="*/ 479761 h 965698"/>
              <a:gd name="connsiteX7" fmla="*/ 480975 w 964703"/>
              <a:gd name="connsiteY7" fmla="*/ 163088 h 965698"/>
              <a:gd name="connsiteX8" fmla="*/ 797321 w 964703"/>
              <a:gd name="connsiteY8" fmla="*/ 479761 h 965698"/>
              <a:gd name="connsiteX9" fmla="*/ 480975 w 964703"/>
              <a:gd name="connsiteY9" fmla="*/ 796433 h 965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64703" h="965698">
                <a:moveTo>
                  <a:pt x="0" y="0"/>
                </a:moveTo>
                <a:lnTo>
                  <a:pt x="0" y="965699"/>
                </a:lnTo>
                <a:lnTo>
                  <a:pt x="964703" y="965699"/>
                </a:lnTo>
                <a:lnTo>
                  <a:pt x="964703" y="0"/>
                </a:lnTo>
                <a:lnTo>
                  <a:pt x="0" y="0"/>
                </a:lnTo>
                <a:close/>
                <a:moveTo>
                  <a:pt x="480975" y="796433"/>
                </a:moveTo>
                <a:cubicBezTo>
                  <a:pt x="306282" y="796433"/>
                  <a:pt x="164629" y="654634"/>
                  <a:pt x="164629" y="479761"/>
                </a:cubicBezTo>
                <a:cubicBezTo>
                  <a:pt x="164629" y="304887"/>
                  <a:pt x="306282" y="163088"/>
                  <a:pt x="480975" y="163088"/>
                </a:cubicBezTo>
                <a:cubicBezTo>
                  <a:pt x="655668" y="163088"/>
                  <a:pt x="797321" y="304887"/>
                  <a:pt x="797321" y="479761"/>
                </a:cubicBezTo>
                <a:cubicBezTo>
                  <a:pt x="797321" y="654634"/>
                  <a:pt x="655668" y="796433"/>
                  <a:pt x="480975" y="796433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cxnSp>
        <p:nvCxnSpPr>
          <p:cNvPr id="9" name="Gerade Verbindung 8">
            <a:extLst>
              <a:ext uri="{FF2B5EF4-FFF2-40B4-BE49-F238E27FC236}">
                <a16:creationId xmlns:a16="http://schemas.microsoft.com/office/drawing/2014/main" id="{419FB2D2-FB17-3E86-51E6-C4EBCE26D624}"/>
              </a:ext>
            </a:extLst>
          </p:cNvPr>
          <p:cNvCxnSpPr>
            <a:cxnSpLocks/>
            <a:endCxn id="8" idx="0"/>
          </p:cNvCxnSpPr>
          <p:nvPr userDrawn="1"/>
        </p:nvCxnSpPr>
        <p:spPr>
          <a:xfrm>
            <a:off x="-3205" y="6356351"/>
            <a:ext cx="1167088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E6CBC571-4177-D154-0434-0CD7AE7C12E3}"/>
              </a:ext>
            </a:extLst>
          </p:cNvPr>
          <p:cNvCxnSpPr>
            <a:cxnSpLocks/>
          </p:cNvCxnSpPr>
          <p:nvPr userDrawn="1"/>
        </p:nvCxnSpPr>
        <p:spPr>
          <a:xfrm>
            <a:off x="0" y="514351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DCCCDD5F-A4EC-08EC-097C-6DF68DBDE856}"/>
              </a:ext>
            </a:extLst>
          </p:cNvPr>
          <p:cNvCxnSpPr>
            <a:cxnSpLocks/>
          </p:cNvCxnSpPr>
          <p:nvPr userDrawn="1"/>
        </p:nvCxnSpPr>
        <p:spPr>
          <a:xfrm>
            <a:off x="523111" y="517525"/>
            <a:ext cx="0" cy="634047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635FA5B8-150C-2050-7A03-AD44B26A8F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165443" y="6518103"/>
            <a:ext cx="203200" cy="190500"/>
          </a:xfrm>
          <a:prstGeom prst="rect">
            <a:avLst/>
          </a:prstGeom>
        </p:spPr>
      </p:pic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A8B6002E-588F-C458-0572-85515A07EEF3}"/>
              </a:ext>
            </a:extLst>
          </p:cNvPr>
          <p:cNvCxnSpPr>
            <a:cxnSpLocks/>
          </p:cNvCxnSpPr>
          <p:nvPr userDrawn="1"/>
        </p:nvCxnSpPr>
        <p:spPr>
          <a:xfrm>
            <a:off x="2651951" y="6356351"/>
            <a:ext cx="0" cy="50876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19">
            <a:extLst>
              <a:ext uri="{FF2B5EF4-FFF2-40B4-BE49-F238E27FC236}">
                <a16:creationId xmlns:a16="http://schemas.microsoft.com/office/drawing/2014/main" id="{6662272A-42FD-DDBA-049A-69B32A6644DC}"/>
              </a:ext>
            </a:extLst>
          </p:cNvPr>
          <p:cNvCxnSpPr/>
          <p:nvPr userDrawn="1"/>
        </p:nvCxnSpPr>
        <p:spPr>
          <a:xfrm>
            <a:off x="11667676" y="0"/>
            <a:ext cx="0" cy="635635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76CB283D-FCD3-6238-EE5D-DB5153E6C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032" y="5223997"/>
            <a:ext cx="5051236" cy="11699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e-DE" sz="8000" kern="1200" dirty="0">
                <a:ln w="12700">
                  <a:solidFill>
                    <a:schemeClr val="bg1"/>
                  </a:solidFill>
                </a:ln>
                <a:solidFill>
                  <a:schemeClr val="bg1">
                    <a:alpha val="5026"/>
                  </a:schemeClr>
                </a:solidFill>
                <a:latin typeface="Franklin Gothic Heavy" panose="020B06030201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HEADLINE</a:t>
            </a: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0595907-32FA-63F0-1972-E7B242C548A0}"/>
              </a:ext>
            </a:extLst>
          </p:cNvPr>
          <p:cNvGrpSpPr/>
          <p:nvPr userDrawn="1"/>
        </p:nvGrpSpPr>
        <p:grpSpPr>
          <a:xfrm>
            <a:off x="10069579" y="41314"/>
            <a:ext cx="1535960" cy="501923"/>
            <a:chOff x="10138587" y="67192"/>
            <a:chExt cx="1535960" cy="501923"/>
          </a:xfrm>
        </p:grpSpPr>
        <p:pic>
          <p:nvPicPr>
            <p:cNvPr id="16" name="Grafik 15" descr="Ein Bild, das Schrift, Grafiken, Screenshot, Logo enthält.&#10;&#10;KI-generierte Inhalte können fehlerhaft sein.">
              <a:extLst>
                <a:ext uri="{FF2B5EF4-FFF2-40B4-BE49-F238E27FC236}">
                  <a16:creationId xmlns:a16="http://schemas.microsoft.com/office/drawing/2014/main" id="{54288F0C-E5AC-A58E-8CBE-81A6CAE94F2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 r="79330"/>
            <a:stretch>
              <a:fillRect/>
            </a:stretch>
          </p:blipFill>
          <p:spPr>
            <a:xfrm>
              <a:off x="10138587" y="67196"/>
              <a:ext cx="317480" cy="500451"/>
            </a:xfrm>
            <a:prstGeom prst="rect">
              <a:avLst/>
            </a:prstGeom>
          </p:spPr>
        </p:pic>
        <p:pic>
          <p:nvPicPr>
            <p:cNvPr id="17" name="Grafik 16" descr="Ein Bild, das Schrift, Grafiken, Screenshot, Logo enthält.&#10;&#10;KI-generierte Inhalte können fehlerhaft sein.">
              <a:extLst>
                <a:ext uri="{FF2B5EF4-FFF2-40B4-BE49-F238E27FC236}">
                  <a16:creationId xmlns:a16="http://schemas.microsoft.com/office/drawing/2014/main" id="{B17DF338-1416-32E1-3855-EDA75F162A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18965" b="-294"/>
            <a:stretch>
              <a:fillRect/>
            </a:stretch>
          </p:blipFill>
          <p:spPr>
            <a:xfrm>
              <a:off x="10429901" y="67192"/>
              <a:ext cx="1244646" cy="5019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070801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Pic Grid Sites | v.1 | Titel + Pic | 2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3">
            <a:extLst>
              <a:ext uri="{FF2B5EF4-FFF2-40B4-BE49-F238E27FC236}">
                <a16:creationId xmlns:a16="http://schemas.microsoft.com/office/drawing/2014/main" id="{DB0920A6-CFC0-09C5-C16E-344C09784DA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EBE3B27-6BF9-7663-1B89-0AAEA29A3E67}"/>
              </a:ext>
            </a:extLst>
          </p:cNvPr>
          <p:cNvSpPr txBox="1"/>
          <p:nvPr userDrawn="1"/>
        </p:nvSpPr>
        <p:spPr>
          <a:xfrm>
            <a:off x="658244" y="6505804"/>
            <a:ext cx="19818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b="0" i="0">
                <a:solidFill>
                  <a:srgbClr val="DADADA"/>
                </a:solidFill>
                <a:latin typeface="Franklin Gothic Book" panose="020B0503020102020204" pitchFamily="34" charset="0"/>
              </a:rPr>
              <a:t>Copyright 2024®RealCore Group GmbH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643A6B1-C61C-2561-E42C-5B65A59EA9ED}"/>
              </a:ext>
            </a:extLst>
          </p:cNvPr>
          <p:cNvSpPr txBox="1"/>
          <p:nvPr userDrawn="1"/>
        </p:nvSpPr>
        <p:spPr>
          <a:xfrm>
            <a:off x="10434663" y="6505804"/>
            <a:ext cx="1233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800" b="0" i="0">
                <a:solidFill>
                  <a:srgbClr val="DADADA"/>
                </a:solidFill>
                <a:latin typeface="Franklin Gothic Book" panose="020B0503020102020204" pitchFamily="34" charset="0"/>
              </a:rPr>
              <a:t>Version 1.0.1 - RC</a:t>
            </a:r>
          </a:p>
        </p:txBody>
      </p:sp>
      <p:sp>
        <p:nvSpPr>
          <p:cNvPr id="15" name="Grafik 5">
            <a:extLst>
              <a:ext uri="{FF2B5EF4-FFF2-40B4-BE49-F238E27FC236}">
                <a16:creationId xmlns:a16="http://schemas.microsoft.com/office/drawing/2014/main" id="{414757CC-3F1E-1F26-9E28-454ACBAD613B}"/>
              </a:ext>
            </a:extLst>
          </p:cNvPr>
          <p:cNvSpPr/>
          <p:nvPr userDrawn="1"/>
        </p:nvSpPr>
        <p:spPr>
          <a:xfrm>
            <a:off x="11667684" y="6356351"/>
            <a:ext cx="524316" cy="507289"/>
          </a:xfrm>
          <a:custGeom>
            <a:avLst/>
            <a:gdLst>
              <a:gd name="connsiteX0" fmla="*/ 0 w 964703"/>
              <a:gd name="connsiteY0" fmla="*/ 0 h 965698"/>
              <a:gd name="connsiteX1" fmla="*/ 0 w 964703"/>
              <a:gd name="connsiteY1" fmla="*/ 965699 h 965698"/>
              <a:gd name="connsiteX2" fmla="*/ 964703 w 964703"/>
              <a:gd name="connsiteY2" fmla="*/ 965699 h 965698"/>
              <a:gd name="connsiteX3" fmla="*/ 964703 w 964703"/>
              <a:gd name="connsiteY3" fmla="*/ 0 h 965698"/>
              <a:gd name="connsiteX4" fmla="*/ 0 w 964703"/>
              <a:gd name="connsiteY4" fmla="*/ 0 h 965698"/>
              <a:gd name="connsiteX5" fmla="*/ 480975 w 964703"/>
              <a:gd name="connsiteY5" fmla="*/ 796433 h 965698"/>
              <a:gd name="connsiteX6" fmla="*/ 164629 w 964703"/>
              <a:gd name="connsiteY6" fmla="*/ 479761 h 965698"/>
              <a:gd name="connsiteX7" fmla="*/ 480975 w 964703"/>
              <a:gd name="connsiteY7" fmla="*/ 163088 h 965698"/>
              <a:gd name="connsiteX8" fmla="*/ 797321 w 964703"/>
              <a:gd name="connsiteY8" fmla="*/ 479761 h 965698"/>
              <a:gd name="connsiteX9" fmla="*/ 480975 w 964703"/>
              <a:gd name="connsiteY9" fmla="*/ 796433 h 965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64703" h="965698">
                <a:moveTo>
                  <a:pt x="0" y="0"/>
                </a:moveTo>
                <a:lnTo>
                  <a:pt x="0" y="965699"/>
                </a:lnTo>
                <a:lnTo>
                  <a:pt x="964703" y="965699"/>
                </a:lnTo>
                <a:lnTo>
                  <a:pt x="964703" y="0"/>
                </a:lnTo>
                <a:lnTo>
                  <a:pt x="0" y="0"/>
                </a:lnTo>
                <a:close/>
                <a:moveTo>
                  <a:pt x="480975" y="796433"/>
                </a:moveTo>
                <a:cubicBezTo>
                  <a:pt x="306282" y="796433"/>
                  <a:pt x="164629" y="654634"/>
                  <a:pt x="164629" y="479761"/>
                </a:cubicBezTo>
                <a:cubicBezTo>
                  <a:pt x="164629" y="304887"/>
                  <a:pt x="306282" y="163088"/>
                  <a:pt x="480975" y="163088"/>
                </a:cubicBezTo>
                <a:cubicBezTo>
                  <a:pt x="655668" y="163088"/>
                  <a:pt x="797321" y="304887"/>
                  <a:pt x="797321" y="479761"/>
                </a:cubicBezTo>
                <a:cubicBezTo>
                  <a:pt x="797321" y="654634"/>
                  <a:pt x="655668" y="796433"/>
                  <a:pt x="480975" y="796433"/>
                </a:cubicBezTo>
                <a:close/>
              </a:path>
            </a:pathLst>
          </a:custGeom>
          <a:solidFill>
            <a:srgbClr val="85C91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>
              <a:latin typeface="Franklin Gothic Book" panose="020B0503020102020204" pitchFamily="34" charset="0"/>
            </a:endParaRPr>
          </a:p>
        </p:txBody>
      </p:sp>
      <p:cxnSp>
        <p:nvCxnSpPr>
          <p:cNvPr id="16" name="Gerade Verbindung 15">
            <a:extLst>
              <a:ext uri="{FF2B5EF4-FFF2-40B4-BE49-F238E27FC236}">
                <a16:creationId xmlns:a16="http://schemas.microsoft.com/office/drawing/2014/main" id="{B529F341-6A1B-572F-9166-E37836D9C630}"/>
              </a:ext>
            </a:extLst>
          </p:cNvPr>
          <p:cNvCxnSpPr/>
          <p:nvPr userDrawn="1"/>
        </p:nvCxnSpPr>
        <p:spPr>
          <a:xfrm>
            <a:off x="11670889" y="0"/>
            <a:ext cx="0" cy="635635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16">
            <a:extLst>
              <a:ext uri="{FF2B5EF4-FFF2-40B4-BE49-F238E27FC236}">
                <a16:creationId xmlns:a16="http://schemas.microsoft.com/office/drawing/2014/main" id="{77A12111-9891-A9CF-D6D2-8B1FAF26ECE2}"/>
              </a:ext>
            </a:extLst>
          </p:cNvPr>
          <p:cNvCxnSpPr>
            <a:cxnSpLocks/>
            <a:endCxn id="15" idx="0"/>
          </p:cNvCxnSpPr>
          <p:nvPr userDrawn="1"/>
        </p:nvCxnSpPr>
        <p:spPr>
          <a:xfrm>
            <a:off x="-3205" y="6356351"/>
            <a:ext cx="1167088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17">
            <a:extLst>
              <a:ext uri="{FF2B5EF4-FFF2-40B4-BE49-F238E27FC236}">
                <a16:creationId xmlns:a16="http://schemas.microsoft.com/office/drawing/2014/main" id="{86CCBD9F-4615-889C-92AC-B2DEEDB8B243}"/>
              </a:ext>
            </a:extLst>
          </p:cNvPr>
          <p:cNvCxnSpPr>
            <a:cxnSpLocks/>
          </p:cNvCxnSpPr>
          <p:nvPr userDrawn="1"/>
        </p:nvCxnSpPr>
        <p:spPr>
          <a:xfrm>
            <a:off x="0" y="514351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18">
            <a:extLst>
              <a:ext uri="{FF2B5EF4-FFF2-40B4-BE49-F238E27FC236}">
                <a16:creationId xmlns:a16="http://schemas.microsoft.com/office/drawing/2014/main" id="{C09BDEE7-3817-13D4-0A50-CB9404E95D91}"/>
              </a:ext>
            </a:extLst>
          </p:cNvPr>
          <p:cNvCxnSpPr>
            <a:cxnSpLocks/>
          </p:cNvCxnSpPr>
          <p:nvPr userDrawn="1"/>
        </p:nvCxnSpPr>
        <p:spPr>
          <a:xfrm>
            <a:off x="523111" y="517525"/>
            <a:ext cx="0" cy="634047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Grafik 20">
            <a:extLst>
              <a:ext uri="{FF2B5EF4-FFF2-40B4-BE49-F238E27FC236}">
                <a16:creationId xmlns:a16="http://schemas.microsoft.com/office/drawing/2014/main" id="{0E16B3EE-4401-A53E-D9C3-80B4257DE3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5443" y="6518103"/>
            <a:ext cx="203200" cy="190500"/>
          </a:xfrm>
          <a:prstGeom prst="rect">
            <a:avLst/>
          </a:prstGeom>
        </p:spPr>
      </p:pic>
      <p:cxnSp>
        <p:nvCxnSpPr>
          <p:cNvPr id="22" name="Gerade Verbindung 21">
            <a:extLst>
              <a:ext uri="{FF2B5EF4-FFF2-40B4-BE49-F238E27FC236}">
                <a16:creationId xmlns:a16="http://schemas.microsoft.com/office/drawing/2014/main" id="{230A51D9-813A-3AAA-48FF-4646BDADBEB2}"/>
              </a:ext>
            </a:extLst>
          </p:cNvPr>
          <p:cNvCxnSpPr>
            <a:cxnSpLocks/>
          </p:cNvCxnSpPr>
          <p:nvPr userDrawn="1"/>
        </p:nvCxnSpPr>
        <p:spPr>
          <a:xfrm>
            <a:off x="10434664" y="6356351"/>
            <a:ext cx="0" cy="50876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22">
            <a:extLst>
              <a:ext uri="{FF2B5EF4-FFF2-40B4-BE49-F238E27FC236}">
                <a16:creationId xmlns:a16="http://schemas.microsoft.com/office/drawing/2014/main" id="{3B93F936-A58E-3AE3-9A65-1F51239F2025}"/>
              </a:ext>
            </a:extLst>
          </p:cNvPr>
          <p:cNvCxnSpPr>
            <a:cxnSpLocks/>
          </p:cNvCxnSpPr>
          <p:nvPr userDrawn="1"/>
        </p:nvCxnSpPr>
        <p:spPr>
          <a:xfrm>
            <a:off x="2651951" y="6356351"/>
            <a:ext cx="0" cy="50876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platzhalter 22">
            <a:extLst>
              <a:ext uri="{FF2B5EF4-FFF2-40B4-BE49-F238E27FC236}">
                <a16:creationId xmlns:a16="http://schemas.microsoft.com/office/drawing/2014/main" id="{125115B0-45DD-5B30-4D21-6B4136DE17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032" y="5223997"/>
            <a:ext cx="5051236" cy="11699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e-DE" sz="8000" kern="1200" dirty="0">
                <a:ln w="12700">
                  <a:solidFill>
                    <a:schemeClr val="tx1"/>
                  </a:solidFill>
                </a:ln>
                <a:solidFill>
                  <a:schemeClr val="bg1">
                    <a:alpha val="5026"/>
                  </a:schemeClr>
                </a:solidFill>
                <a:latin typeface="Franklin Gothic Heavy" panose="020B06030201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HEADLINE</a:t>
            </a:r>
          </a:p>
        </p:txBody>
      </p:sp>
      <p:pic>
        <p:nvPicPr>
          <p:cNvPr id="5" name="Grafik 4" descr="Ein Bild, das Schrift, Grafiken, Screenshot, Logo enthält.&#10;&#10;KI-generierte Inhalte können fehlerhaft sein.">
            <a:extLst>
              <a:ext uri="{FF2B5EF4-FFF2-40B4-BE49-F238E27FC236}">
                <a16:creationId xmlns:a16="http://schemas.microsoft.com/office/drawing/2014/main" id="{1FFDD4C8-75C6-A533-DD6A-2A6018B4FC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0549" y="99744"/>
            <a:ext cx="1432418" cy="46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0812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Pic Grid Sites | v.1 | Titel + Pic | 2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F41B4A76-1685-665B-29EA-2BEA80509B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3205" y="-7115"/>
            <a:ext cx="12192000" cy="6858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712499E5-F05F-7E53-1EC9-7A7286596EAA}"/>
              </a:ext>
            </a:extLst>
          </p:cNvPr>
          <p:cNvSpPr txBox="1"/>
          <p:nvPr userDrawn="1"/>
        </p:nvSpPr>
        <p:spPr>
          <a:xfrm>
            <a:off x="658244" y="6505804"/>
            <a:ext cx="19818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>
                <a:solidFill>
                  <a:srgbClr val="DADADA"/>
                </a:solidFill>
              </a:rPr>
              <a:t>Copyright 2024®RealCore Group GmbH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21B61D4-2649-C28B-FD74-E07504EB45FE}"/>
              </a:ext>
            </a:extLst>
          </p:cNvPr>
          <p:cNvSpPr txBox="1"/>
          <p:nvPr userDrawn="1"/>
        </p:nvSpPr>
        <p:spPr>
          <a:xfrm>
            <a:off x="10434663" y="6505804"/>
            <a:ext cx="1233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800">
                <a:solidFill>
                  <a:srgbClr val="DADADA"/>
                </a:solidFill>
              </a:rPr>
              <a:t>Version 1.0.1 - RC</a:t>
            </a:r>
          </a:p>
        </p:txBody>
      </p:sp>
      <p:sp>
        <p:nvSpPr>
          <p:cNvPr id="8" name="Grafik 5">
            <a:extLst>
              <a:ext uri="{FF2B5EF4-FFF2-40B4-BE49-F238E27FC236}">
                <a16:creationId xmlns:a16="http://schemas.microsoft.com/office/drawing/2014/main" id="{B3F89899-FA06-D3DA-CD99-C751D476257F}"/>
              </a:ext>
            </a:extLst>
          </p:cNvPr>
          <p:cNvSpPr/>
          <p:nvPr userDrawn="1"/>
        </p:nvSpPr>
        <p:spPr>
          <a:xfrm>
            <a:off x="11667684" y="6356351"/>
            <a:ext cx="524316" cy="507289"/>
          </a:xfrm>
          <a:custGeom>
            <a:avLst/>
            <a:gdLst>
              <a:gd name="connsiteX0" fmla="*/ 0 w 964703"/>
              <a:gd name="connsiteY0" fmla="*/ 0 h 965698"/>
              <a:gd name="connsiteX1" fmla="*/ 0 w 964703"/>
              <a:gd name="connsiteY1" fmla="*/ 965699 h 965698"/>
              <a:gd name="connsiteX2" fmla="*/ 964703 w 964703"/>
              <a:gd name="connsiteY2" fmla="*/ 965699 h 965698"/>
              <a:gd name="connsiteX3" fmla="*/ 964703 w 964703"/>
              <a:gd name="connsiteY3" fmla="*/ 0 h 965698"/>
              <a:gd name="connsiteX4" fmla="*/ 0 w 964703"/>
              <a:gd name="connsiteY4" fmla="*/ 0 h 965698"/>
              <a:gd name="connsiteX5" fmla="*/ 480975 w 964703"/>
              <a:gd name="connsiteY5" fmla="*/ 796433 h 965698"/>
              <a:gd name="connsiteX6" fmla="*/ 164629 w 964703"/>
              <a:gd name="connsiteY6" fmla="*/ 479761 h 965698"/>
              <a:gd name="connsiteX7" fmla="*/ 480975 w 964703"/>
              <a:gd name="connsiteY7" fmla="*/ 163088 h 965698"/>
              <a:gd name="connsiteX8" fmla="*/ 797321 w 964703"/>
              <a:gd name="connsiteY8" fmla="*/ 479761 h 965698"/>
              <a:gd name="connsiteX9" fmla="*/ 480975 w 964703"/>
              <a:gd name="connsiteY9" fmla="*/ 796433 h 965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64703" h="965698">
                <a:moveTo>
                  <a:pt x="0" y="0"/>
                </a:moveTo>
                <a:lnTo>
                  <a:pt x="0" y="965699"/>
                </a:lnTo>
                <a:lnTo>
                  <a:pt x="964703" y="965699"/>
                </a:lnTo>
                <a:lnTo>
                  <a:pt x="964703" y="0"/>
                </a:lnTo>
                <a:lnTo>
                  <a:pt x="0" y="0"/>
                </a:lnTo>
                <a:close/>
                <a:moveTo>
                  <a:pt x="480975" y="796433"/>
                </a:moveTo>
                <a:cubicBezTo>
                  <a:pt x="306282" y="796433"/>
                  <a:pt x="164629" y="654634"/>
                  <a:pt x="164629" y="479761"/>
                </a:cubicBezTo>
                <a:cubicBezTo>
                  <a:pt x="164629" y="304887"/>
                  <a:pt x="306282" y="163088"/>
                  <a:pt x="480975" y="163088"/>
                </a:cubicBezTo>
                <a:cubicBezTo>
                  <a:pt x="655668" y="163088"/>
                  <a:pt x="797321" y="304887"/>
                  <a:pt x="797321" y="479761"/>
                </a:cubicBezTo>
                <a:cubicBezTo>
                  <a:pt x="797321" y="654634"/>
                  <a:pt x="655668" y="796433"/>
                  <a:pt x="480975" y="796433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cxnSp>
        <p:nvCxnSpPr>
          <p:cNvPr id="9" name="Gerade Verbindung 8">
            <a:extLst>
              <a:ext uri="{FF2B5EF4-FFF2-40B4-BE49-F238E27FC236}">
                <a16:creationId xmlns:a16="http://schemas.microsoft.com/office/drawing/2014/main" id="{419FB2D2-FB17-3E86-51E6-C4EBCE26D624}"/>
              </a:ext>
            </a:extLst>
          </p:cNvPr>
          <p:cNvCxnSpPr>
            <a:cxnSpLocks/>
            <a:endCxn id="8" idx="0"/>
          </p:cNvCxnSpPr>
          <p:nvPr userDrawn="1"/>
        </p:nvCxnSpPr>
        <p:spPr>
          <a:xfrm>
            <a:off x="-3205" y="6356351"/>
            <a:ext cx="1167088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E6CBC571-4177-D154-0434-0CD7AE7C12E3}"/>
              </a:ext>
            </a:extLst>
          </p:cNvPr>
          <p:cNvCxnSpPr>
            <a:cxnSpLocks/>
          </p:cNvCxnSpPr>
          <p:nvPr userDrawn="1"/>
        </p:nvCxnSpPr>
        <p:spPr>
          <a:xfrm>
            <a:off x="0" y="514351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DCCCDD5F-A4EC-08EC-097C-6DF68DBDE856}"/>
              </a:ext>
            </a:extLst>
          </p:cNvPr>
          <p:cNvCxnSpPr>
            <a:cxnSpLocks/>
          </p:cNvCxnSpPr>
          <p:nvPr userDrawn="1"/>
        </p:nvCxnSpPr>
        <p:spPr>
          <a:xfrm>
            <a:off x="523111" y="517525"/>
            <a:ext cx="0" cy="634047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635FA5B8-150C-2050-7A03-AD44B26A8F5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165443" y="6518103"/>
            <a:ext cx="203200" cy="190500"/>
          </a:xfrm>
          <a:prstGeom prst="rect">
            <a:avLst/>
          </a:prstGeom>
        </p:spPr>
      </p:pic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A8B6002E-588F-C458-0572-85515A07EEF3}"/>
              </a:ext>
            </a:extLst>
          </p:cNvPr>
          <p:cNvCxnSpPr>
            <a:cxnSpLocks/>
          </p:cNvCxnSpPr>
          <p:nvPr userDrawn="1"/>
        </p:nvCxnSpPr>
        <p:spPr>
          <a:xfrm>
            <a:off x="2651951" y="6356351"/>
            <a:ext cx="0" cy="50876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19">
            <a:extLst>
              <a:ext uri="{FF2B5EF4-FFF2-40B4-BE49-F238E27FC236}">
                <a16:creationId xmlns:a16="http://schemas.microsoft.com/office/drawing/2014/main" id="{6662272A-42FD-DDBA-049A-69B32A6644DC}"/>
              </a:ext>
            </a:extLst>
          </p:cNvPr>
          <p:cNvCxnSpPr/>
          <p:nvPr userDrawn="1"/>
        </p:nvCxnSpPr>
        <p:spPr>
          <a:xfrm>
            <a:off x="11667676" y="0"/>
            <a:ext cx="0" cy="635635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76CB283D-FCD3-6238-EE5D-DB5153E6C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032" y="5223997"/>
            <a:ext cx="5051236" cy="11699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e-DE" sz="8000" kern="1200" dirty="0">
                <a:ln w="12700">
                  <a:solidFill>
                    <a:schemeClr val="bg1"/>
                  </a:solidFill>
                </a:ln>
                <a:solidFill>
                  <a:schemeClr val="bg1">
                    <a:alpha val="5026"/>
                  </a:schemeClr>
                </a:solidFill>
                <a:latin typeface="Franklin Gothic Heavy" panose="020B06030201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HEADLINE</a:t>
            </a:r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DA77DAA-20AC-1083-ED6D-7971ED611CB1}"/>
              </a:ext>
            </a:extLst>
          </p:cNvPr>
          <p:cNvGrpSpPr/>
          <p:nvPr userDrawn="1"/>
        </p:nvGrpSpPr>
        <p:grpSpPr>
          <a:xfrm>
            <a:off x="10069579" y="41314"/>
            <a:ext cx="1535960" cy="501923"/>
            <a:chOff x="10138587" y="67192"/>
            <a:chExt cx="1535960" cy="501923"/>
          </a:xfrm>
        </p:grpSpPr>
        <p:pic>
          <p:nvPicPr>
            <p:cNvPr id="25" name="Grafik 24" descr="Ein Bild, das Schrift, Grafiken, Screenshot, Logo enthält.&#10;&#10;KI-generierte Inhalte können fehlerhaft sein.">
              <a:extLst>
                <a:ext uri="{FF2B5EF4-FFF2-40B4-BE49-F238E27FC236}">
                  <a16:creationId xmlns:a16="http://schemas.microsoft.com/office/drawing/2014/main" id="{68FE1277-92C7-9403-91A9-CEA801A14A6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r="79330"/>
            <a:stretch>
              <a:fillRect/>
            </a:stretch>
          </p:blipFill>
          <p:spPr>
            <a:xfrm>
              <a:off x="10138587" y="67196"/>
              <a:ext cx="317480" cy="500451"/>
            </a:xfrm>
            <a:prstGeom prst="rect">
              <a:avLst/>
            </a:prstGeom>
          </p:spPr>
        </p:pic>
        <p:pic>
          <p:nvPicPr>
            <p:cNvPr id="26" name="Grafik 25" descr="Ein Bild, das Schrift, Grafiken, Screenshot, Logo enthält.&#10;&#10;KI-generierte Inhalte können fehlerhaft sein.">
              <a:extLst>
                <a:ext uri="{FF2B5EF4-FFF2-40B4-BE49-F238E27FC236}">
                  <a16:creationId xmlns:a16="http://schemas.microsoft.com/office/drawing/2014/main" id="{EC9674DF-DA53-E25F-90F9-14D8CA3FD0C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alphaModFix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18965" b="-294"/>
            <a:stretch>
              <a:fillRect/>
            </a:stretch>
          </p:blipFill>
          <p:spPr>
            <a:xfrm>
              <a:off x="10429901" y="67192"/>
              <a:ext cx="1244646" cy="5019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20844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ic Grid Sites | v.1 | Titel + Pic | 2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6FB14BC8-881F-470C-3ED8-33E2B3E42833}"/>
              </a:ext>
            </a:extLst>
          </p:cNvPr>
          <p:cNvGrpSpPr/>
          <p:nvPr userDrawn="1"/>
        </p:nvGrpSpPr>
        <p:grpSpPr>
          <a:xfrm>
            <a:off x="2898333" y="2116256"/>
            <a:ext cx="8589869" cy="4033302"/>
            <a:chOff x="2898333" y="1855843"/>
            <a:chExt cx="8589869" cy="4293716"/>
          </a:xfrm>
          <a:effectLst/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BA1508FA-9154-B5AF-4A9E-C5B205D3F958}"/>
                </a:ext>
              </a:extLst>
            </p:cNvPr>
            <p:cNvSpPr/>
            <p:nvPr/>
          </p:nvSpPr>
          <p:spPr>
            <a:xfrm>
              <a:off x="7329585" y="1855843"/>
              <a:ext cx="1676952" cy="42893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rgbClr val="000100"/>
                </a:solidFill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867F1884-7B1A-8399-42ED-E6C3D59983CA}"/>
                </a:ext>
              </a:extLst>
            </p:cNvPr>
            <p:cNvSpPr/>
            <p:nvPr/>
          </p:nvSpPr>
          <p:spPr>
            <a:xfrm>
              <a:off x="9259272" y="4114801"/>
              <a:ext cx="2228930" cy="20303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rgbClr val="000100"/>
                </a:solidFill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78CF3BAF-BC14-EE09-4F41-1B4F6B191494}"/>
                </a:ext>
              </a:extLst>
            </p:cNvPr>
            <p:cNvSpPr/>
            <p:nvPr/>
          </p:nvSpPr>
          <p:spPr>
            <a:xfrm>
              <a:off x="9259272" y="1855843"/>
              <a:ext cx="2228930" cy="20303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59912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rgbClr val="000100"/>
                </a:solidFill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0B421B77-2636-2F07-868E-42681EF0B64E}"/>
                </a:ext>
              </a:extLst>
            </p:cNvPr>
            <p:cNvSpPr/>
            <p:nvPr/>
          </p:nvSpPr>
          <p:spPr>
            <a:xfrm>
              <a:off x="5062275" y="1855843"/>
              <a:ext cx="1989454" cy="12718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rgbClr val="000100"/>
                </a:solidFill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2101103A-3ED7-E721-8AB6-17B169A7A2CC}"/>
                </a:ext>
              </a:extLst>
            </p:cNvPr>
            <p:cNvSpPr/>
            <p:nvPr/>
          </p:nvSpPr>
          <p:spPr>
            <a:xfrm>
              <a:off x="2898333" y="1855843"/>
              <a:ext cx="1989454" cy="12718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rgbClr val="000100"/>
                </a:solidFill>
              </a:endParaRPr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405A83A5-747D-1182-1ADB-898B35A84B74}"/>
                </a:ext>
              </a:extLst>
            </p:cNvPr>
            <p:cNvSpPr/>
            <p:nvPr/>
          </p:nvSpPr>
          <p:spPr>
            <a:xfrm>
              <a:off x="5062275" y="3364551"/>
              <a:ext cx="1989454" cy="12718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rgbClr val="000100"/>
                </a:solidFill>
              </a:endParaRPr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8A625F81-75F9-BD3C-C641-9C335BF3C162}"/>
                </a:ext>
              </a:extLst>
            </p:cNvPr>
            <p:cNvSpPr/>
            <p:nvPr/>
          </p:nvSpPr>
          <p:spPr>
            <a:xfrm>
              <a:off x="2898333" y="3364551"/>
              <a:ext cx="1989454" cy="12718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rgbClr val="000100"/>
                </a:solidFill>
              </a:endParaRPr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BE81529D-63BE-474C-AF20-787BFF35291F}"/>
                </a:ext>
              </a:extLst>
            </p:cNvPr>
            <p:cNvSpPr/>
            <p:nvPr/>
          </p:nvSpPr>
          <p:spPr>
            <a:xfrm>
              <a:off x="5062275" y="4877665"/>
              <a:ext cx="1989454" cy="12718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rgbClr val="000100"/>
                </a:solidFill>
              </a:endParaRPr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FFD3BD96-C7E5-B349-F946-BACF93D8DD3A}"/>
                </a:ext>
              </a:extLst>
            </p:cNvPr>
            <p:cNvSpPr/>
            <p:nvPr/>
          </p:nvSpPr>
          <p:spPr>
            <a:xfrm>
              <a:off x="2898333" y="4877665"/>
              <a:ext cx="1989454" cy="12718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rgbClr val="000100"/>
                </a:solidFill>
              </a:endParaRPr>
            </a:p>
          </p:txBody>
        </p:sp>
      </p:grpSp>
      <p:sp>
        <p:nvSpPr>
          <p:cNvPr id="192" name="Bildplatzhalter 9">
            <a:extLst>
              <a:ext uri="{FF2B5EF4-FFF2-40B4-BE49-F238E27FC236}">
                <a16:creationId xmlns:a16="http://schemas.microsoft.com/office/drawing/2014/main" id="{28F7E014-7E51-9E5B-6DF4-613C9A1FA020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680761" y="2132297"/>
            <a:ext cx="1951820" cy="402805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184" name="Bildplatzhalter 9">
            <a:extLst>
              <a:ext uri="{FF2B5EF4-FFF2-40B4-BE49-F238E27FC236}">
                <a16:creationId xmlns:a16="http://schemas.microsoft.com/office/drawing/2014/main" id="{A3F50B48-C8DA-E7D7-0077-E63527FF377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9253889" y="4227084"/>
            <a:ext cx="2237969" cy="10944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183" name="Bildplatzhalter 9">
            <a:extLst>
              <a:ext uri="{FF2B5EF4-FFF2-40B4-BE49-F238E27FC236}">
                <a16:creationId xmlns:a16="http://schemas.microsoft.com/office/drawing/2014/main" id="{516ACE00-AA3C-2C7E-BCCD-90763B9C6045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9253889" y="2109173"/>
            <a:ext cx="2237969" cy="10944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D4FB73E8-1340-B700-ED85-401A3B602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66" y="709896"/>
            <a:ext cx="10825997" cy="3651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 baseline="0">
                <a:solidFill>
                  <a:srgbClr val="000100"/>
                </a:solidFill>
                <a:latin typeface="Franklin Gothic Demi" panose="020B0603020102020204" pitchFamily="34" charset="0"/>
                <a:ea typeface="+mj-ea"/>
                <a:cs typeface="+mj-cs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A372ECE8-6E14-5F4E-A338-3C1DF33F5BE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2624" y="1057907"/>
            <a:ext cx="10825993" cy="3163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00100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30" name="Gerade Verbindung 128">
            <a:extLst>
              <a:ext uri="{FF2B5EF4-FFF2-40B4-BE49-F238E27FC236}">
                <a16:creationId xmlns:a16="http://schemas.microsoft.com/office/drawing/2014/main" id="{308EE282-20A9-9BE7-9F28-78D5C6B8AB28}"/>
              </a:ext>
            </a:extLst>
          </p:cNvPr>
          <p:cNvCxnSpPr>
            <a:cxnSpLocks/>
          </p:cNvCxnSpPr>
          <p:nvPr userDrawn="1"/>
        </p:nvCxnSpPr>
        <p:spPr>
          <a:xfrm>
            <a:off x="2763159" y="2035255"/>
            <a:ext cx="0" cy="421386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131">
            <a:extLst>
              <a:ext uri="{FF2B5EF4-FFF2-40B4-BE49-F238E27FC236}">
                <a16:creationId xmlns:a16="http://schemas.microsoft.com/office/drawing/2014/main" id="{16991490-57A0-95A7-844D-E19A4C83ECF1}"/>
              </a:ext>
            </a:extLst>
          </p:cNvPr>
          <p:cNvCxnSpPr>
            <a:cxnSpLocks/>
          </p:cNvCxnSpPr>
          <p:nvPr userDrawn="1"/>
        </p:nvCxnSpPr>
        <p:spPr>
          <a:xfrm>
            <a:off x="7195823" y="2035255"/>
            <a:ext cx="0" cy="421386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132">
            <a:extLst>
              <a:ext uri="{FF2B5EF4-FFF2-40B4-BE49-F238E27FC236}">
                <a16:creationId xmlns:a16="http://schemas.microsoft.com/office/drawing/2014/main" id="{505F107E-CEED-8750-674B-6F13971EA5FE}"/>
              </a:ext>
            </a:extLst>
          </p:cNvPr>
          <p:cNvCxnSpPr>
            <a:cxnSpLocks/>
          </p:cNvCxnSpPr>
          <p:nvPr userDrawn="1"/>
        </p:nvCxnSpPr>
        <p:spPr>
          <a:xfrm>
            <a:off x="9136286" y="2035255"/>
            <a:ext cx="0" cy="421386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133">
            <a:extLst>
              <a:ext uri="{FF2B5EF4-FFF2-40B4-BE49-F238E27FC236}">
                <a16:creationId xmlns:a16="http://schemas.microsoft.com/office/drawing/2014/main" id="{FC91382D-E12B-0B23-420E-5989A9C815C0}"/>
              </a:ext>
            </a:extLst>
          </p:cNvPr>
          <p:cNvCxnSpPr>
            <a:cxnSpLocks/>
          </p:cNvCxnSpPr>
          <p:nvPr userDrawn="1"/>
        </p:nvCxnSpPr>
        <p:spPr>
          <a:xfrm flipH="1">
            <a:off x="525780" y="2035255"/>
            <a:ext cx="1114806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139">
            <a:extLst>
              <a:ext uri="{FF2B5EF4-FFF2-40B4-BE49-F238E27FC236}">
                <a16:creationId xmlns:a16="http://schemas.microsoft.com/office/drawing/2014/main" id="{27199C3D-EE50-4DE9-5CBB-A31775F99FA6}"/>
              </a:ext>
            </a:extLst>
          </p:cNvPr>
          <p:cNvCxnSpPr>
            <a:cxnSpLocks/>
          </p:cNvCxnSpPr>
          <p:nvPr userDrawn="1"/>
        </p:nvCxnSpPr>
        <p:spPr>
          <a:xfrm flipH="1">
            <a:off x="525780" y="6249115"/>
            <a:ext cx="1114806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4BA94317-9424-44B0-F1C6-B4A9DDA177F6}"/>
              </a:ext>
            </a:extLst>
          </p:cNvPr>
          <p:cNvGrpSpPr/>
          <p:nvPr userDrawn="1"/>
        </p:nvGrpSpPr>
        <p:grpSpPr>
          <a:xfrm>
            <a:off x="512674" y="1965467"/>
            <a:ext cx="11170630" cy="146433"/>
            <a:chOff x="512674" y="1965467"/>
            <a:chExt cx="11170630" cy="146433"/>
          </a:xfrm>
        </p:grpSpPr>
        <p:pic>
          <p:nvPicPr>
            <p:cNvPr id="36" name="Grafik 35">
              <a:extLst>
                <a:ext uri="{FF2B5EF4-FFF2-40B4-BE49-F238E27FC236}">
                  <a16:creationId xmlns:a16="http://schemas.microsoft.com/office/drawing/2014/main" id="{7E251891-4AF6-02B9-0831-94C3A02EA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9540" y="1998491"/>
              <a:ext cx="87234" cy="139575"/>
            </a:xfrm>
            <a:prstGeom prst="rect">
              <a:avLst/>
            </a:prstGeom>
          </p:spPr>
        </p:pic>
        <p:pic>
          <p:nvPicPr>
            <p:cNvPr id="37" name="Grafik 36">
              <a:extLst>
                <a:ext uri="{FF2B5EF4-FFF2-40B4-BE49-F238E27FC236}">
                  <a16:creationId xmlns:a16="http://schemas.microsoft.com/office/drawing/2014/main" id="{0D728DCE-1260-2900-80D5-34837E34F3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7156219" y="1998493"/>
              <a:ext cx="87234" cy="139575"/>
            </a:xfrm>
            <a:prstGeom prst="rect">
              <a:avLst/>
            </a:prstGeom>
          </p:spPr>
        </p:pic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52899089-327A-1E0C-1C7D-25ACAE5737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9094479" y="1998495"/>
              <a:ext cx="87234" cy="139575"/>
            </a:xfrm>
            <a:prstGeom prst="rect">
              <a:avLst/>
            </a:prstGeom>
          </p:spPr>
        </p:pic>
        <p:pic>
          <p:nvPicPr>
            <p:cNvPr id="39" name="Grafik 38">
              <a:extLst>
                <a:ext uri="{FF2B5EF4-FFF2-40B4-BE49-F238E27FC236}">
                  <a16:creationId xmlns:a16="http://schemas.microsoft.com/office/drawing/2014/main" id="{71ED8E6D-6DBE-F055-37BD-0B8827B460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11596070" y="1965467"/>
              <a:ext cx="87234" cy="139575"/>
            </a:xfrm>
            <a:prstGeom prst="rect">
              <a:avLst/>
            </a:prstGeom>
          </p:spPr>
        </p:pic>
        <p:pic>
          <p:nvPicPr>
            <p:cNvPr id="40" name="Grafik 39">
              <a:extLst>
                <a:ext uri="{FF2B5EF4-FFF2-40B4-BE49-F238E27FC236}">
                  <a16:creationId xmlns:a16="http://schemas.microsoft.com/office/drawing/2014/main" id="{3AAA4D52-0615-97CA-EBC8-77E36B06C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2674" y="1965467"/>
              <a:ext cx="87234" cy="139575"/>
            </a:xfrm>
            <a:prstGeom prst="rect">
              <a:avLst/>
            </a:prstGeom>
          </p:spPr>
        </p:pic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9B9FB09D-6934-8F96-CC04-C3FB1939B4F9}"/>
              </a:ext>
            </a:extLst>
          </p:cNvPr>
          <p:cNvGrpSpPr/>
          <p:nvPr userDrawn="1"/>
        </p:nvGrpSpPr>
        <p:grpSpPr>
          <a:xfrm rot="10800000" flipH="1">
            <a:off x="512674" y="6175737"/>
            <a:ext cx="11170630" cy="146433"/>
            <a:chOff x="512674" y="1965467"/>
            <a:chExt cx="11170630" cy="146433"/>
          </a:xfrm>
        </p:grpSpPr>
        <p:pic>
          <p:nvPicPr>
            <p:cNvPr id="42" name="Grafik 41">
              <a:extLst>
                <a:ext uri="{FF2B5EF4-FFF2-40B4-BE49-F238E27FC236}">
                  <a16:creationId xmlns:a16="http://schemas.microsoft.com/office/drawing/2014/main" id="{8C4A292D-45F4-A887-5F6B-4F025CF06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9540" y="1998491"/>
              <a:ext cx="87234" cy="139575"/>
            </a:xfrm>
            <a:prstGeom prst="rect">
              <a:avLst/>
            </a:prstGeom>
          </p:spPr>
        </p:pic>
        <p:pic>
          <p:nvPicPr>
            <p:cNvPr id="43" name="Grafik 42">
              <a:extLst>
                <a:ext uri="{FF2B5EF4-FFF2-40B4-BE49-F238E27FC236}">
                  <a16:creationId xmlns:a16="http://schemas.microsoft.com/office/drawing/2014/main" id="{445D931F-88EF-927E-F608-17837B273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7156219" y="1998493"/>
              <a:ext cx="87234" cy="139575"/>
            </a:xfrm>
            <a:prstGeom prst="rect">
              <a:avLst/>
            </a:prstGeom>
          </p:spPr>
        </p:pic>
        <p:pic>
          <p:nvPicPr>
            <p:cNvPr id="44" name="Grafik 43">
              <a:extLst>
                <a:ext uri="{FF2B5EF4-FFF2-40B4-BE49-F238E27FC236}">
                  <a16:creationId xmlns:a16="http://schemas.microsoft.com/office/drawing/2014/main" id="{44A6524D-E0DF-FCFE-DF01-5205A3B030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9094479" y="1998495"/>
              <a:ext cx="87234" cy="139575"/>
            </a:xfrm>
            <a:prstGeom prst="rect">
              <a:avLst/>
            </a:prstGeom>
          </p:spPr>
        </p:pic>
        <p:pic>
          <p:nvPicPr>
            <p:cNvPr id="45" name="Grafik 44">
              <a:extLst>
                <a:ext uri="{FF2B5EF4-FFF2-40B4-BE49-F238E27FC236}">
                  <a16:creationId xmlns:a16="http://schemas.microsoft.com/office/drawing/2014/main" id="{5B7528C3-7EE2-AA8C-289D-ED5DA9351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11596070" y="1965467"/>
              <a:ext cx="87234" cy="139575"/>
            </a:xfrm>
            <a:prstGeom prst="rect">
              <a:avLst/>
            </a:prstGeom>
          </p:spPr>
        </p:pic>
        <p:pic>
          <p:nvPicPr>
            <p:cNvPr id="46" name="Grafik 45">
              <a:extLst>
                <a:ext uri="{FF2B5EF4-FFF2-40B4-BE49-F238E27FC236}">
                  <a16:creationId xmlns:a16="http://schemas.microsoft.com/office/drawing/2014/main" id="{C8BE3402-DF95-F754-4896-546F3BF02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2674" y="1965467"/>
              <a:ext cx="87234" cy="139575"/>
            </a:xfrm>
            <a:prstGeom prst="rect">
              <a:avLst/>
            </a:prstGeom>
          </p:spPr>
        </p:pic>
      </p:grpSp>
      <p:sp>
        <p:nvSpPr>
          <p:cNvPr id="48" name="Textplatzhalter 4">
            <a:extLst>
              <a:ext uri="{FF2B5EF4-FFF2-40B4-BE49-F238E27FC236}">
                <a16:creationId xmlns:a16="http://schemas.microsoft.com/office/drawing/2014/main" id="{1AEDE3C5-C55B-E296-AE62-5D709A949F70}"/>
              </a:ext>
            </a:extLst>
          </p:cNvPr>
          <p:cNvSpPr txBox="1">
            <a:spLocks/>
          </p:cNvSpPr>
          <p:nvPr userDrawn="1"/>
        </p:nvSpPr>
        <p:spPr>
          <a:xfrm>
            <a:off x="4533945" y="2957320"/>
            <a:ext cx="424492" cy="449263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b="1" i="0" kern="1200">
                <a:solidFill>
                  <a:srgbClr val="526276"/>
                </a:solidFill>
                <a:latin typeface="Franklin Gothic Demi" panose="020B06030201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400">
                <a:ln w="6350">
                  <a:solidFill>
                    <a:schemeClr val="bg1"/>
                  </a:solidFill>
                </a:ln>
                <a:noFill/>
              </a:rPr>
              <a:t>01</a:t>
            </a:r>
          </a:p>
        </p:txBody>
      </p:sp>
      <p:sp>
        <p:nvSpPr>
          <p:cNvPr id="50" name="Textplatzhalter 4">
            <a:extLst>
              <a:ext uri="{FF2B5EF4-FFF2-40B4-BE49-F238E27FC236}">
                <a16:creationId xmlns:a16="http://schemas.microsoft.com/office/drawing/2014/main" id="{3CEE831B-B9B2-A448-AB0D-36B637788778}"/>
              </a:ext>
            </a:extLst>
          </p:cNvPr>
          <p:cNvSpPr txBox="1">
            <a:spLocks/>
          </p:cNvSpPr>
          <p:nvPr userDrawn="1"/>
        </p:nvSpPr>
        <p:spPr>
          <a:xfrm>
            <a:off x="4533945" y="4377559"/>
            <a:ext cx="424492" cy="449263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b="1" i="0" kern="1200">
                <a:solidFill>
                  <a:srgbClr val="526276"/>
                </a:solidFill>
                <a:latin typeface="Franklin Gothic Demi" panose="020B06030201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400">
                <a:ln w="6350">
                  <a:solidFill>
                    <a:schemeClr val="bg1"/>
                  </a:solidFill>
                </a:ln>
                <a:noFill/>
              </a:rPr>
              <a:t>02</a:t>
            </a:r>
          </a:p>
        </p:txBody>
      </p:sp>
      <p:sp>
        <p:nvSpPr>
          <p:cNvPr id="52" name="Textplatzhalter 4">
            <a:extLst>
              <a:ext uri="{FF2B5EF4-FFF2-40B4-BE49-F238E27FC236}">
                <a16:creationId xmlns:a16="http://schemas.microsoft.com/office/drawing/2014/main" id="{93813D7F-7A18-0C1E-EB2E-42246963BD27}"/>
              </a:ext>
            </a:extLst>
          </p:cNvPr>
          <p:cNvSpPr txBox="1">
            <a:spLocks/>
          </p:cNvSpPr>
          <p:nvPr userDrawn="1"/>
        </p:nvSpPr>
        <p:spPr>
          <a:xfrm>
            <a:off x="4533945" y="5797798"/>
            <a:ext cx="424492" cy="449263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b="1" i="0" kern="1200">
                <a:solidFill>
                  <a:srgbClr val="526276"/>
                </a:solidFill>
                <a:latin typeface="Franklin Gothic Demi" panose="020B06030201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400">
                <a:ln w="6350">
                  <a:solidFill>
                    <a:schemeClr val="bg1"/>
                  </a:solidFill>
                </a:ln>
                <a:noFill/>
              </a:rPr>
              <a:t>03</a:t>
            </a:r>
          </a:p>
        </p:txBody>
      </p:sp>
      <p:sp>
        <p:nvSpPr>
          <p:cNvPr id="54" name="Textplatzhalter 4">
            <a:extLst>
              <a:ext uri="{FF2B5EF4-FFF2-40B4-BE49-F238E27FC236}">
                <a16:creationId xmlns:a16="http://schemas.microsoft.com/office/drawing/2014/main" id="{0C39834F-5A40-56E0-7E4C-53E792B7EF59}"/>
              </a:ext>
            </a:extLst>
          </p:cNvPr>
          <p:cNvSpPr txBox="1">
            <a:spLocks/>
          </p:cNvSpPr>
          <p:nvPr userDrawn="1"/>
        </p:nvSpPr>
        <p:spPr>
          <a:xfrm>
            <a:off x="6699971" y="2957320"/>
            <a:ext cx="424492" cy="449263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b="1" i="0" kern="1200">
                <a:solidFill>
                  <a:srgbClr val="526276"/>
                </a:solidFill>
                <a:latin typeface="Franklin Gothic Demi" panose="020B06030201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400">
                <a:ln w="6350">
                  <a:solidFill>
                    <a:schemeClr val="bg1"/>
                  </a:solidFill>
                </a:ln>
                <a:noFill/>
              </a:rPr>
              <a:t>04</a:t>
            </a:r>
          </a:p>
        </p:txBody>
      </p:sp>
      <p:sp>
        <p:nvSpPr>
          <p:cNvPr id="56" name="Textplatzhalter 4">
            <a:extLst>
              <a:ext uri="{FF2B5EF4-FFF2-40B4-BE49-F238E27FC236}">
                <a16:creationId xmlns:a16="http://schemas.microsoft.com/office/drawing/2014/main" id="{FF8AD21E-BF3B-0E56-1016-53360B7CDC8B}"/>
              </a:ext>
            </a:extLst>
          </p:cNvPr>
          <p:cNvSpPr txBox="1">
            <a:spLocks/>
          </p:cNvSpPr>
          <p:nvPr userDrawn="1"/>
        </p:nvSpPr>
        <p:spPr>
          <a:xfrm>
            <a:off x="6699971" y="4377559"/>
            <a:ext cx="424492" cy="449263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b="1" i="0" kern="1200">
                <a:solidFill>
                  <a:srgbClr val="526276"/>
                </a:solidFill>
                <a:latin typeface="Franklin Gothic Demi" panose="020B06030201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400">
                <a:ln w="6350">
                  <a:solidFill>
                    <a:schemeClr val="bg1"/>
                  </a:solidFill>
                </a:ln>
                <a:noFill/>
              </a:rPr>
              <a:t>05</a:t>
            </a:r>
          </a:p>
        </p:txBody>
      </p:sp>
      <p:sp>
        <p:nvSpPr>
          <p:cNvPr id="58" name="Textplatzhalter 4">
            <a:extLst>
              <a:ext uri="{FF2B5EF4-FFF2-40B4-BE49-F238E27FC236}">
                <a16:creationId xmlns:a16="http://schemas.microsoft.com/office/drawing/2014/main" id="{86072957-9FFF-6A2C-E4D4-D5537BA9AC46}"/>
              </a:ext>
            </a:extLst>
          </p:cNvPr>
          <p:cNvSpPr txBox="1">
            <a:spLocks/>
          </p:cNvSpPr>
          <p:nvPr userDrawn="1"/>
        </p:nvSpPr>
        <p:spPr>
          <a:xfrm>
            <a:off x="6699971" y="5797798"/>
            <a:ext cx="424492" cy="449263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b="1" i="0" kern="1200">
                <a:solidFill>
                  <a:srgbClr val="526276"/>
                </a:solidFill>
                <a:latin typeface="Franklin Gothic Demi" panose="020B06030201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400">
                <a:ln w="6350">
                  <a:solidFill>
                    <a:schemeClr val="bg1"/>
                  </a:solidFill>
                </a:ln>
                <a:noFill/>
              </a:rPr>
              <a:t>06</a:t>
            </a:r>
          </a:p>
        </p:txBody>
      </p:sp>
      <p:cxnSp>
        <p:nvCxnSpPr>
          <p:cNvPr id="60" name="Gerade Verbindung 189">
            <a:extLst>
              <a:ext uri="{FF2B5EF4-FFF2-40B4-BE49-F238E27FC236}">
                <a16:creationId xmlns:a16="http://schemas.microsoft.com/office/drawing/2014/main" id="{96DF16E1-E4CB-3F7A-7366-D4EE96B92176}"/>
              </a:ext>
            </a:extLst>
          </p:cNvPr>
          <p:cNvCxnSpPr>
            <a:cxnSpLocks/>
          </p:cNvCxnSpPr>
          <p:nvPr userDrawn="1"/>
        </p:nvCxnSpPr>
        <p:spPr>
          <a:xfrm flipH="1">
            <a:off x="2898333" y="2651720"/>
            <a:ext cx="169665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193">
            <a:extLst>
              <a:ext uri="{FF2B5EF4-FFF2-40B4-BE49-F238E27FC236}">
                <a16:creationId xmlns:a16="http://schemas.microsoft.com/office/drawing/2014/main" id="{7B0F3EE8-11FD-5CBF-6701-69CD7F1D20AB}"/>
              </a:ext>
            </a:extLst>
          </p:cNvPr>
          <p:cNvCxnSpPr>
            <a:cxnSpLocks/>
          </p:cNvCxnSpPr>
          <p:nvPr userDrawn="1"/>
        </p:nvCxnSpPr>
        <p:spPr>
          <a:xfrm flipH="1">
            <a:off x="5065270" y="2651720"/>
            <a:ext cx="169665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195">
            <a:extLst>
              <a:ext uri="{FF2B5EF4-FFF2-40B4-BE49-F238E27FC236}">
                <a16:creationId xmlns:a16="http://schemas.microsoft.com/office/drawing/2014/main" id="{4A1C8297-E886-4FEC-7D03-FEA71EBA8E5A}"/>
              </a:ext>
            </a:extLst>
          </p:cNvPr>
          <p:cNvCxnSpPr>
            <a:cxnSpLocks/>
          </p:cNvCxnSpPr>
          <p:nvPr userDrawn="1"/>
        </p:nvCxnSpPr>
        <p:spPr>
          <a:xfrm flipH="1">
            <a:off x="2898333" y="4070945"/>
            <a:ext cx="169665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 Verbindung 198">
            <a:extLst>
              <a:ext uri="{FF2B5EF4-FFF2-40B4-BE49-F238E27FC236}">
                <a16:creationId xmlns:a16="http://schemas.microsoft.com/office/drawing/2014/main" id="{03EF884C-B9DB-D73C-0875-36977BB153EB}"/>
              </a:ext>
            </a:extLst>
          </p:cNvPr>
          <p:cNvCxnSpPr>
            <a:cxnSpLocks/>
          </p:cNvCxnSpPr>
          <p:nvPr userDrawn="1"/>
        </p:nvCxnSpPr>
        <p:spPr>
          <a:xfrm flipH="1">
            <a:off x="2898333" y="5490170"/>
            <a:ext cx="169665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 Verbindung 201">
            <a:extLst>
              <a:ext uri="{FF2B5EF4-FFF2-40B4-BE49-F238E27FC236}">
                <a16:creationId xmlns:a16="http://schemas.microsoft.com/office/drawing/2014/main" id="{33DAFEFF-18C5-674B-BE40-B4FAC0198DC0}"/>
              </a:ext>
            </a:extLst>
          </p:cNvPr>
          <p:cNvCxnSpPr>
            <a:cxnSpLocks/>
          </p:cNvCxnSpPr>
          <p:nvPr userDrawn="1"/>
        </p:nvCxnSpPr>
        <p:spPr>
          <a:xfrm flipH="1">
            <a:off x="5079558" y="2651720"/>
            <a:ext cx="169665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Gerade Verbindung 204">
            <a:extLst>
              <a:ext uri="{FF2B5EF4-FFF2-40B4-BE49-F238E27FC236}">
                <a16:creationId xmlns:a16="http://schemas.microsoft.com/office/drawing/2014/main" id="{AB27D4A2-9F64-53EA-EE6F-0E32E13D69C6}"/>
              </a:ext>
            </a:extLst>
          </p:cNvPr>
          <p:cNvCxnSpPr>
            <a:cxnSpLocks/>
          </p:cNvCxnSpPr>
          <p:nvPr userDrawn="1"/>
        </p:nvCxnSpPr>
        <p:spPr>
          <a:xfrm flipH="1">
            <a:off x="5079558" y="4070945"/>
            <a:ext cx="169665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rade Verbindung 207">
            <a:extLst>
              <a:ext uri="{FF2B5EF4-FFF2-40B4-BE49-F238E27FC236}">
                <a16:creationId xmlns:a16="http://schemas.microsoft.com/office/drawing/2014/main" id="{037232AD-D0FD-1F6F-D5D1-056010F2AEAB}"/>
              </a:ext>
            </a:extLst>
          </p:cNvPr>
          <p:cNvCxnSpPr>
            <a:cxnSpLocks/>
          </p:cNvCxnSpPr>
          <p:nvPr userDrawn="1"/>
        </p:nvCxnSpPr>
        <p:spPr>
          <a:xfrm flipH="1">
            <a:off x="5079558" y="5490170"/>
            <a:ext cx="169665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Gerade Verbindung 211">
            <a:extLst>
              <a:ext uri="{FF2B5EF4-FFF2-40B4-BE49-F238E27FC236}">
                <a16:creationId xmlns:a16="http://schemas.microsoft.com/office/drawing/2014/main" id="{C8FEFF7A-F75E-5B63-AA76-879258666D8B}"/>
              </a:ext>
            </a:extLst>
          </p:cNvPr>
          <p:cNvCxnSpPr>
            <a:cxnSpLocks/>
          </p:cNvCxnSpPr>
          <p:nvPr userDrawn="1"/>
        </p:nvCxnSpPr>
        <p:spPr>
          <a:xfrm flipH="1">
            <a:off x="7334115" y="4968233"/>
            <a:ext cx="16715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feld 80">
            <a:extLst>
              <a:ext uri="{FF2B5EF4-FFF2-40B4-BE49-F238E27FC236}">
                <a16:creationId xmlns:a16="http://schemas.microsoft.com/office/drawing/2014/main" id="{18F0167E-DED1-3709-E74A-51112024A6F7}"/>
              </a:ext>
            </a:extLst>
          </p:cNvPr>
          <p:cNvSpPr txBox="1"/>
          <p:nvPr userDrawn="1"/>
        </p:nvSpPr>
        <p:spPr>
          <a:xfrm>
            <a:off x="7325575" y="4972775"/>
            <a:ext cx="1680132" cy="23681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pPr algn="ctr"/>
            <a:endParaRPr lang="de-DE" sz="900" b="1">
              <a:solidFill>
                <a:schemeClr val="bg1"/>
              </a:solidFill>
              <a:latin typeface="Franklin Gothic Book" panose="020B0503020102020204" pitchFamily="34" charset="0"/>
            </a:endParaRPr>
          </a:p>
        </p:txBody>
      </p:sp>
      <p:cxnSp>
        <p:nvCxnSpPr>
          <p:cNvPr id="83" name="Gerade Verbindung 216">
            <a:extLst>
              <a:ext uri="{FF2B5EF4-FFF2-40B4-BE49-F238E27FC236}">
                <a16:creationId xmlns:a16="http://schemas.microsoft.com/office/drawing/2014/main" id="{FE2A4C3D-13B4-BFAF-7ACE-43D61D65D49C}"/>
              </a:ext>
            </a:extLst>
          </p:cNvPr>
          <p:cNvCxnSpPr>
            <a:cxnSpLocks/>
          </p:cNvCxnSpPr>
          <p:nvPr userDrawn="1"/>
        </p:nvCxnSpPr>
        <p:spPr>
          <a:xfrm flipH="1">
            <a:off x="9136286" y="4133477"/>
            <a:ext cx="253755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Gerade Verbindung 227">
            <a:extLst>
              <a:ext uri="{FF2B5EF4-FFF2-40B4-BE49-F238E27FC236}">
                <a16:creationId xmlns:a16="http://schemas.microsoft.com/office/drawing/2014/main" id="{6310F8C7-1804-3D6D-6922-360CB4F7E792}"/>
              </a:ext>
            </a:extLst>
          </p:cNvPr>
          <p:cNvCxnSpPr>
            <a:cxnSpLocks/>
          </p:cNvCxnSpPr>
          <p:nvPr userDrawn="1"/>
        </p:nvCxnSpPr>
        <p:spPr>
          <a:xfrm flipH="1">
            <a:off x="9259272" y="3201310"/>
            <a:ext cx="222720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Gerade Verbindung 237">
            <a:extLst>
              <a:ext uri="{FF2B5EF4-FFF2-40B4-BE49-F238E27FC236}">
                <a16:creationId xmlns:a16="http://schemas.microsoft.com/office/drawing/2014/main" id="{233F4057-D35B-7343-7A0E-FECF55539571}"/>
              </a:ext>
            </a:extLst>
          </p:cNvPr>
          <p:cNvCxnSpPr>
            <a:cxnSpLocks/>
          </p:cNvCxnSpPr>
          <p:nvPr userDrawn="1"/>
        </p:nvCxnSpPr>
        <p:spPr>
          <a:xfrm flipH="1">
            <a:off x="9259272" y="5320597"/>
            <a:ext cx="222720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platzhalter 4">
            <a:extLst>
              <a:ext uri="{FF2B5EF4-FFF2-40B4-BE49-F238E27FC236}">
                <a16:creationId xmlns:a16="http://schemas.microsoft.com/office/drawing/2014/main" id="{9DEC8529-5A0A-1E24-2AED-126A33195B1F}"/>
              </a:ext>
            </a:extLst>
          </p:cNvPr>
          <p:cNvSpPr txBox="1">
            <a:spLocks/>
          </p:cNvSpPr>
          <p:nvPr userDrawn="1"/>
        </p:nvSpPr>
        <p:spPr>
          <a:xfrm>
            <a:off x="11054626" y="2946358"/>
            <a:ext cx="424492" cy="245695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b="1" i="0" kern="1200">
                <a:solidFill>
                  <a:srgbClr val="526276"/>
                </a:solidFill>
                <a:latin typeface="Franklin Gothic Demi" panose="020B06030201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400">
                <a:ln w="6350">
                  <a:solidFill>
                    <a:schemeClr val="bg1"/>
                  </a:solidFill>
                </a:ln>
                <a:noFill/>
              </a:rPr>
              <a:t>08</a:t>
            </a:r>
          </a:p>
        </p:txBody>
      </p:sp>
      <p:sp>
        <p:nvSpPr>
          <p:cNvPr id="93" name="Textplatzhalter 4">
            <a:extLst>
              <a:ext uri="{FF2B5EF4-FFF2-40B4-BE49-F238E27FC236}">
                <a16:creationId xmlns:a16="http://schemas.microsoft.com/office/drawing/2014/main" id="{0AC6C110-4484-29D7-5B89-16A2A6C573D9}"/>
              </a:ext>
            </a:extLst>
          </p:cNvPr>
          <p:cNvSpPr txBox="1">
            <a:spLocks/>
          </p:cNvSpPr>
          <p:nvPr userDrawn="1"/>
        </p:nvSpPr>
        <p:spPr>
          <a:xfrm>
            <a:off x="11054626" y="5065644"/>
            <a:ext cx="424492" cy="242364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b="1" i="0" kern="1200">
                <a:solidFill>
                  <a:srgbClr val="526276"/>
                </a:solidFill>
                <a:latin typeface="Franklin Gothic Demi" panose="020B06030201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400">
                <a:ln w="6350">
                  <a:solidFill>
                    <a:schemeClr val="bg1"/>
                  </a:solidFill>
                </a:ln>
                <a:noFill/>
              </a:rPr>
              <a:t>09</a:t>
            </a:r>
          </a:p>
        </p:txBody>
      </p:sp>
      <p:sp>
        <p:nvSpPr>
          <p:cNvPr id="94" name="Textplatzhalter 4">
            <a:extLst>
              <a:ext uri="{FF2B5EF4-FFF2-40B4-BE49-F238E27FC236}">
                <a16:creationId xmlns:a16="http://schemas.microsoft.com/office/drawing/2014/main" id="{0AB25100-41E7-39A0-4F93-77DAC09FAF28}"/>
              </a:ext>
            </a:extLst>
          </p:cNvPr>
          <p:cNvSpPr txBox="1">
            <a:spLocks/>
          </p:cNvSpPr>
          <p:nvPr userDrawn="1"/>
        </p:nvSpPr>
        <p:spPr>
          <a:xfrm>
            <a:off x="8581215" y="3583590"/>
            <a:ext cx="424492" cy="449263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b="1" i="0" kern="1200">
                <a:solidFill>
                  <a:srgbClr val="526276"/>
                </a:solidFill>
                <a:latin typeface="Franklin Gothic Demi" panose="020B06030201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400">
                <a:ln w="6350">
                  <a:solidFill>
                    <a:schemeClr val="bg1"/>
                  </a:solidFill>
                </a:ln>
                <a:noFill/>
              </a:rPr>
              <a:t>07</a:t>
            </a:r>
          </a:p>
        </p:txBody>
      </p:sp>
      <p:pic>
        <p:nvPicPr>
          <p:cNvPr id="95" name="Grafik 94" descr="Ein Bild, das Kreis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B93A69B5-ED38-C0A1-A2A2-E03992661F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biLevel thresh="25000"/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6749" y="2121693"/>
            <a:ext cx="409727" cy="409727"/>
          </a:xfrm>
          <a:prstGeom prst="rect">
            <a:avLst/>
          </a:prstGeom>
        </p:spPr>
      </p:pic>
      <p:pic>
        <p:nvPicPr>
          <p:cNvPr id="96" name="Grafik 95" descr="Ein Bild, das Kreis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72727A64-8179-41C6-AF3F-53D9B43243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biLevel thresh="25000"/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6749" y="4242654"/>
            <a:ext cx="409727" cy="409727"/>
          </a:xfrm>
          <a:prstGeom prst="rect">
            <a:avLst/>
          </a:prstGeom>
        </p:spPr>
      </p:pic>
      <p:pic>
        <p:nvPicPr>
          <p:cNvPr id="98" name="Grafik 97" descr="Ein Bild, das Kreis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79875933-A498-793B-6294-512F8BE28C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00427" y="2154534"/>
            <a:ext cx="211166" cy="211166"/>
          </a:xfrm>
          <a:prstGeom prst="rect">
            <a:avLst/>
          </a:prstGeom>
        </p:spPr>
      </p:pic>
      <p:pic>
        <p:nvPicPr>
          <p:cNvPr id="99" name="Grafik 98" descr="Ein Bild, das Kreis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25A1079B-1164-BDB8-5CE7-D946AA90688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8474" y="2154534"/>
            <a:ext cx="211166" cy="211166"/>
          </a:xfrm>
          <a:prstGeom prst="rect">
            <a:avLst/>
          </a:prstGeom>
        </p:spPr>
      </p:pic>
      <p:pic>
        <p:nvPicPr>
          <p:cNvPr id="100" name="Grafik 99" descr="Ein Bild, das Kreis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C48B80B0-C161-AC0B-E6C3-5A8D51C0FA9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00427" y="3572893"/>
            <a:ext cx="211166" cy="211166"/>
          </a:xfrm>
          <a:prstGeom prst="rect">
            <a:avLst/>
          </a:prstGeom>
        </p:spPr>
      </p:pic>
      <p:pic>
        <p:nvPicPr>
          <p:cNvPr id="101" name="Grafik 100" descr="Ein Bild, das Kreis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DC7F0387-F059-7D3A-B235-7C6556C3120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8474" y="3572893"/>
            <a:ext cx="211166" cy="211166"/>
          </a:xfrm>
          <a:prstGeom prst="rect">
            <a:avLst/>
          </a:prstGeom>
        </p:spPr>
      </p:pic>
      <p:pic>
        <p:nvPicPr>
          <p:cNvPr id="102" name="Grafik 101" descr="Ein Bild, das Kreis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F6126718-CEE5-15C4-9499-0FF303D5D3E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00427" y="4986057"/>
            <a:ext cx="211166" cy="211166"/>
          </a:xfrm>
          <a:prstGeom prst="rect">
            <a:avLst/>
          </a:prstGeom>
        </p:spPr>
      </p:pic>
      <p:pic>
        <p:nvPicPr>
          <p:cNvPr id="103" name="Grafik 102" descr="Ein Bild, das Kreis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13A69BD3-E6E0-EAE7-F507-7FB70F5DB8E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8474" y="4986057"/>
            <a:ext cx="211166" cy="211166"/>
          </a:xfrm>
          <a:prstGeom prst="rect">
            <a:avLst/>
          </a:prstGeom>
        </p:spPr>
      </p:pic>
      <p:cxnSp>
        <p:nvCxnSpPr>
          <p:cNvPr id="104" name="Gerade Verbindung 6">
            <a:extLst>
              <a:ext uri="{FF2B5EF4-FFF2-40B4-BE49-F238E27FC236}">
                <a16:creationId xmlns:a16="http://schemas.microsoft.com/office/drawing/2014/main" id="{B0E88DBF-2B44-46C4-C82B-15E6B9328CA4}"/>
              </a:ext>
            </a:extLst>
          </p:cNvPr>
          <p:cNvCxnSpPr>
            <a:cxnSpLocks/>
          </p:cNvCxnSpPr>
          <p:nvPr userDrawn="1"/>
        </p:nvCxnSpPr>
        <p:spPr>
          <a:xfrm>
            <a:off x="11054626" y="2124072"/>
            <a:ext cx="0" cy="108505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Gerade Verbindung 8">
            <a:extLst>
              <a:ext uri="{FF2B5EF4-FFF2-40B4-BE49-F238E27FC236}">
                <a16:creationId xmlns:a16="http://schemas.microsoft.com/office/drawing/2014/main" id="{ED71BA50-260F-69CA-CD15-1345743CBAA8}"/>
              </a:ext>
            </a:extLst>
          </p:cNvPr>
          <p:cNvCxnSpPr>
            <a:cxnSpLocks/>
          </p:cNvCxnSpPr>
          <p:nvPr userDrawn="1"/>
        </p:nvCxnSpPr>
        <p:spPr>
          <a:xfrm>
            <a:off x="11054626" y="4234812"/>
            <a:ext cx="0" cy="108505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hteck 106">
            <a:extLst>
              <a:ext uri="{FF2B5EF4-FFF2-40B4-BE49-F238E27FC236}">
                <a16:creationId xmlns:a16="http://schemas.microsoft.com/office/drawing/2014/main" id="{7C2ADFBA-48CB-EA24-69FB-A7F7B878C7AB}"/>
              </a:ext>
            </a:extLst>
          </p:cNvPr>
          <p:cNvSpPr/>
          <p:nvPr userDrawn="1"/>
        </p:nvSpPr>
        <p:spPr>
          <a:xfrm>
            <a:off x="657648" y="2127054"/>
            <a:ext cx="1989454" cy="119475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000100"/>
              </a:solidFill>
            </a:endParaRPr>
          </a:p>
        </p:txBody>
      </p:sp>
      <p:pic>
        <p:nvPicPr>
          <p:cNvPr id="111" name="Grafik 110" descr="Ein Bild, das Kreis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7835E2C1-F7F0-07B7-9C4F-B17981B4191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1153" y="2167587"/>
            <a:ext cx="211166" cy="211166"/>
          </a:xfrm>
          <a:prstGeom prst="rect">
            <a:avLst/>
          </a:prstGeom>
        </p:spPr>
      </p:pic>
      <p:sp>
        <p:nvSpPr>
          <p:cNvPr id="113" name="Rechteck 112">
            <a:extLst>
              <a:ext uri="{FF2B5EF4-FFF2-40B4-BE49-F238E27FC236}">
                <a16:creationId xmlns:a16="http://schemas.microsoft.com/office/drawing/2014/main" id="{7529E879-21B5-2C24-9511-5FD6D01C2B44}"/>
              </a:ext>
            </a:extLst>
          </p:cNvPr>
          <p:cNvSpPr/>
          <p:nvPr userDrawn="1"/>
        </p:nvSpPr>
        <p:spPr>
          <a:xfrm>
            <a:off x="680763" y="1441876"/>
            <a:ext cx="1947220" cy="504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000100"/>
              </a:solidFill>
            </a:endParaRPr>
          </a:p>
        </p:txBody>
      </p:sp>
      <p:sp>
        <p:nvSpPr>
          <p:cNvPr id="114" name="Rechteck 113">
            <a:extLst>
              <a:ext uri="{FF2B5EF4-FFF2-40B4-BE49-F238E27FC236}">
                <a16:creationId xmlns:a16="http://schemas.microsoft.com/office/drawing/2014/main" id="{1718EA6A-5F8A-4AF8-F658-3BDB3EA8B7C4}"/>
              </a:ext>
            </a:extLst>
          </p:cNvPr>
          <p:cNvSpPr/>
          <p:nvPr userDrawn="1"/>
        </p:nvSpPr>
        <p:spPr>
          <a:xfrm>
            <a:off x="2898880" y="1441876"/>
            <a:ext cx="4168669" cy="504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000100"/>
              </a:solidFill>
            </a:endParaRPr>
          </a:p>
        </p:txBody>
      </p:sp>
      <p:sp>
        <p:nvSpPr>
          <p:cNvPr id="115" name="Rechteck 114">
            <a:extLst>
              <a:ext uri="{FF2B5EF4-FFF2-40B4-BE49-F238E27FC236}">
                <a16:creationId xmlns:a16="http://schemas.microsoft.com/office/drawing/2014/main" id="{C3BC863F-B341-521E-BAAF-0CC821818C67}"/>
              </a:ext>
            </a:extLst>
          </p:cNvPr>
          <p:cNvSpPr/>
          <p:nvPr userDrawn="1"/>
        </p:nvSpPr>
        <p:spPr>
          <a:xfrm>
            <a:off x="7329585" y="1441876"/>
            <a:ext cx="1676952" cy="504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000100"/>
              </a:solidFill>
            </a:endParaRPr>
          </a:p>
        </p:txBody>
      </p:sp>
      <p:sp>
        <p:nvSpPr>
          <p:cNvPr id="116" name="Rechteck 115">
            <a:extLst>
              <a:ext uri="{FF2B5EF4-FFF2-40B4-BE49-F238E27FC236}">
                <a16:creationId xmlns:a16="http://schemas.microsoft.com/office/drawing/2014/main" id="{CBC06970-3C11-3EDD-A852-6BBC7DD0CF11}"/>
              </a:ext>
            </a:extLst>
          </p:cNvPr>
          <p:cNvSpPr/>
          <p:nvPr userDrawn="1"/>
        </p:nvSpPr>
        <p:spPr>
          <a:xfrm>
            <a:off x="9244052" y="1441876"/>
            <a:ext cx="2244150" cy="504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000100"/>
              </a:solidFill>
            </a:endParaRPr>
          </a:p>
        </p:txBody>
      </p:sp>
      <p:sp>
        <p:nvSpPr>
          <p:cNvPr id="119" name="Rechteck 118">
            <a:extLst>
              <a:ext uri="{FF2B5EF4-FFF2-40B4-BE49-F238E27FC236}">
                <a16:creationId xmlns:a16="http://schemas.microsoft.com/office/drawing/2014/main" id="{59EC1FC0-D7E2-2907-9845-7B2E9E1E3AF9}"/>
              </a:ext>
            </a:extLst>
          </p:cNvPr>
          <p:cNvSpPr/>
          <p:nvPr userDrawn="1"/>
        </p:nvSpPr>
        <p:spPr>
          <a:xfrm>
            <a:off x="7063185" y="1441876"/>
            <a:ext cx="278672" cy="50462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000100"/>
              </a:solidFill>
            </a:endParaRPr>
          </a:p>
        </p:txBody>
      </p:sp>
      <p:sp>
        <p:nvSpPr>
          <p:cNvPr id="120" name="Rechteck 119">
            <a:extLst>
              <a:ext uri="{FF2B5EF4-FFF2-40B4-BE49-F238E27FC236}">
                <a16:creationId xmlns:a16="http://schemas.microsoft.com/office/drawing/2014/main" id="{33C448AC-07E7-CBD1-80DB-C269D86DEBC0}"/>
              </a:ext>
            </a:extLst>
          </p:cNvPr>
          <p:cNvSpPr/>
          <p:nvPr userDrawn="1"/>
        </p:nvSpPr>
        <p:spPr>
          <a:xfrm>
            <a:off x="2627985" y="1442183"/>
            <a:ext cx="270347" cy="50462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000100"/>
              </a:solidFill>
            </a:endParaRPr>
          </a:p>
        </p:txBody>
      </p:sp>
      <p:sp>
        <p:nvSpPr>
          <p:cNvPr id="121" name="Rechteck 120">
            <a:extLst>
              <a:ext uri="{FF2B5EF4-FFF2-40B4-BE49-F238E27FC236}">
                <a16:creationId xmlns:a16="http://schemas.microsoft.com/office/drawing/2014/main" id="{2B5A6A3A-485D-107C-35DE-303E2ABD6D14}"/>
              </a:ext>
            </a:extLst>
          </p:cNvPr>
          <p:cNvSpPr/>
          <p:nvPr userDrawn="1"/>
        </p:nvSpPr>
        <p:spPr>
          <a:xfrm>
            <a:off x="9006537" y="1441876"/>
            <a:ext cx="278672" cy="50462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000100"/>
              </a:solidFill>
            </a:endParaRPr>
          </a:p>
        </p:txBody>
      </p:sp>
      <p:pic>
        <p:nvPicPr>
          <p:cNvPr id="124" name="Grafik 123">
            <a:extLst>
              <a:ext uri="{FF2B5EF4-FFF2-40B4-BE49-F238E27FC236}">
                <a16:creationId xmlns:a16="http://schemas.microsoft.com/office/drawing/2014/main" id="{8336A540-4E29-70BA-1178-8BFAA8CD64A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 rot="8103535">
            <a:off x="7094642" y="1622895"/>
            <a:ext cx="132610" cy="132610"/>
          </a:xfrm>
          <a:prstGeom prst="rect">
            <a:avLst/>
          </a:prstGeom>
        </p:spPr>
      </p:pic>
      <p:pic>
        <p:nvPicPr>
          <p:cNvPr id="125" name="Grafik 124">
            <a:extLst>
              <a:ext uri="{FF2B5EF4-FFF2-40B4-BE49-F238E27FC236}">
                <a16:creationId xmlns:a16="http://schemas.microsoft.com/office/drawing/2014/main" id="{1C44D540-A0CA-B50E-E883-4F776DB6924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 rot="8103535">
            <a:off x="9047750" y="1622895"/>
            <a:ext cx="132610" cy="132610"/>
          </a:xfrm>
          <a:prstGeom prst="rect">
            <a:avLst/>
          </a:prstGeom>
        </p:spPr>
      </p:pic>
      <p:pic>
        <p:nvPicPr>
          <p:cNvPr id="126" name="Grafik 125">
            <a:extLst>
              <a:ext uri="{FF2B5EF4-FFF2-40B4-BE49-F238E27FC236}">
                <a16:creationId xmlns:a16="http://schemas.microsoft.com/office/drawing/2014/main" id="{33668C3D-4EE6-6488-5708-5A3F71985CF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 rot="8103535">
            <a:off x="2661053" y="1622895"/>
            <a:ext cx="132610" cy="132610"/>
          </a:xfrm>
          <a:prstGeom prst="rect">
            <a:avLst/>
          </a:prstGeom>
        </p:spPr>
      </p:pic>
      <p:sp>
        <p:nvSpPr>
          <p:cNvPr id="128" name="Textplatzhalter 127">
            <a:extLst>
              <a:ext uri="{FF2B5EF4-FFF2-40B4-BE49-F238E27FC236}">
                <a16:creationId xmlns:a16="http://schemas.microsoft.com/office/drawing/2014/main" id="{D0FB1239-99AB-E4FA-86F8-82195CCAB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00689" y="2116815"/>
            <a:ext cx="1693874" cy="5419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 i="0">
                <a:latin typeface="Franklin Gothic Demi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29" name="Textplatzhalter 127">
            <a:extLst>
              <a:ext uri="{FF2B5EF4-FFF2-40B4-BE49-F238E27FC236}">
                <a16:creationId xmlns:a16="http://schemas.microsoft.com/office/drawing/2014/main" id="{40A56A60-FFD1-7F6E-A238-8108586D8E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65665" y="2116816"/>
            <a:ext cx="1693874" cy="5369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 i="0">
                <a:latin typeface="Franklin Gothic Demi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0" name="Textplatzhalter 127">
            <a:extLst>
              <a:ext uri="{FF2B5EF4-FFF2-40B4-BE49-F238E27FC236}">
                <a16:creationId xmlns:a16="http://schemas.microsoft.com/office/drawing/2014/main" id="{B0A7DFA4-79C6-E2B3-C9CF-53B84B4003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00689" y="3528757"/>
            <a:ext cx="1693874" cy="5369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 i="0">
                <a:latin typeface="Franklin Gothic Demi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1" name="Textplatzhalter 127">
            <a:extLst>
              <a:ext uri="{FF2B5EF4-FFF2-40B4-BE49-F238E27FC236}">
                <a16:creationId xmlns:a16="http://schemas.microsoft.com/office/drawing/2014/main" id="{0C39B7C7-B8C8-C22E-60BE-055714B5E1E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65665" y="3528757"/>
            <a:ext cx="1693874" cy="5369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 i="0">
                <a:latin typeface="Franklin Gothic Demi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2" name="Textplatzhalter 127">
            <a:extLst>
              <a:ext uri="{FF2B5EF4-FFF2-40B4-BE49-F238E27FC236}">
                <a16:creationId xmlns:a16="http://schemas.microsoft.com/office/drawing/2014/main" id="{E6F71761-1D58-164B-63BD-5A0EBA3AD5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5030" y="2116816"/>
            <a:ext cx="1693874" cy="5369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 i="0">
                <a:latin typeface="Franklin Gothic Demi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3" name="Textplatzhalter 127">
            <a:extLst>
              <a:ext uri="{FF2B5EF4-FFF2-40B4-BE49-F238E27FC236}">
                <a16:creationId xmlns:a16="http://schemas.microsoft.com/office/drawing/2014/main" id="{DCCAB3ED-54D6-CD66-6A09-C832BE084B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00689" y="4954145"/>
            <a:ext cx="1693874" cy="5369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 i="0">
                <a:latin typeface="Franklin Gothic Demi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4" name="Textplatzhalter 127">
            <a:extLst>
              <a:ext uri="{FF2B5EF4-FFF2-40B4-BE49-F238E27FC236}">
                <a16:creationId xmlns:a16="http://schemas.microsoft.com/office/drawing/2014/main" id="{FFDFFBCC-5A0B-4AD2-1E4A-B0EFBAA253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65665" y="4954145"/>
            <a:ext cx="1693874" cy="5369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 i="0">
                <a:latin typeface="Franklin Gothic Demi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cxnSp>
        <p:nvCxnSpPr>
          <p:cNvPr id="159" name="Gerade Verbindung 189">
            <a:extLst>
              <a:ext uri="{FF2B5EF4-FFF2-40B4-BE49-F238E27FC236}">
                <a16:creationId xmlns:a16="http://schemas.microsoft.com/office/drawing/2014/main" id="{811BE0FF-6D28-A76A-D8EB-E2F4BCA77364}"/>
              </a:ext>
            </a:extLst>
          </p:cNvPr>
          <p:cNvCxnSpPr>
            <a:cxnSpLocks/>
          </p:cNvCxnSpPr>
          <p:nvPr userDrawn="1"/>
        </p:nvCxnSpPr>
        <p:spPr>
          <a:xfrm flipH="1">
            <a:off x="674037" y="2658852"/>
            <a:ext cx="169665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platzhalter 160">
            <a:extLst>
              <a:ext uri="{FF2B5EF4-FFF2-40B4-BE49-F238E27FC236}">
                <a16:creationId xmlns:a16="http://schemas.microsoft.com/office/drawing/2014/main" id="{04E540E5-3D80-4E4E-172A-F844CE4F73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5962" y="2673467"/>
            <a:ext cx="1715253" cy="648342"/>
          </a:xfrm>
          <a:prstGeom prst="rect">
            <a:avLst/>
          </a:prstGeom>
        </p:spPr>
        <p:txBody>
          <a:bodyPr/>
          <a:lstStyle>
            <a:lvl1pPr marL="171450" indent="-171450">
              <a:buFont typeface="Wingdings" pitchFamily="2" charset="2"/>
              <a:buChar char="§"/>
              <a:defRPr sz="9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62" name="Textplatzhalter 160">
            <a:extLst>
              <a:ext uri="{FF2B5EF4-FFF2-40B4-BE49-F238E27FC236}">
                <a16:creationId xmlns:a16="http://schemas.microsoft.com/office/drawing/2014/main" id="{B287C33F-2C56-46A4-79C8-F27C6271AFD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91451" y="2673467"/>
            <a:ext cx="1693875" cy="648342"/>
          </a:xfrm>
          <a:prstGeom prst="rect">
            <a:avLst/>
          </a:prstGeom>
        </p:spPr>
        <p:txBody>
          <a:bodyPr/>
          <a:lstStyle>
            <a:lvl1pPr marL="171450" indent="-171450">
              <a:buFont typeface="Wingdings" pitchFamily="2" charset="2"/>
              <a:buChar char="§"/>
              <a:defRPr sz="9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63" name="Textplatzhalter 160">
            <a:extLst>
              <a:ext uri="{FF2B5EF4-FFF2-40B4-BE49-F238E27FC236}">
                <a16:creationId xmlns:a16="http://schemas.microsoft.com/office/drawing/2014/main" id="{187CDC0F-7DE7-92B6-7151-C3292996B00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63151" y="2673467"/>
            <a:ext cx="1693875" cy="648342"/>
          </a:xfrm>
          <a:prstGeom prst="rect">
            <a:avLst/>
          </a:prstGeom>
        </p:spPr>
        <p:txBody>
          <a:bodyPr/>
          <a:lstStyle>
            <a:lvl1pPr marL="171450" indent="-171450">
              <a:buFont typeface="Wingdings" pitchFamily="2" charset="2"/>
              <a:buChar char="§"/>
              <a:defRPr sz="9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64" name="Textplatzhalter 160">
            <a:extLst>
              <a:ext uri="{FF2B5EF4-FFF2-40B4-BE49-F238E27FC236}">
                <a16:creationId xmlns:a16="http://schemas.microsoft.com/office/drawing/2014/main" id="{160EA8B4-6B93-A261-B0E7-D7AEE2F72E2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891451" y="4071961"/>
            <a:ext cx="1693875" cy="648342"/>
          </a:xfrm>
          <a:prstGeom prst="rect">
            <a:avLst/>
          </a:prstGeom>
        </p:spPr>
        <p:txBody>
          <a:bodyPr/>
          <a:lstStyle>
            <a:lvl1pPr marL="171450" indent="-171450">
              <a:buFont typeface="Wingdings" pitchFamily="2" charset="2"/>
              <a:buChar char="§"/>
              <a:defRPr sz="9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65" name="Textplatzhalter 160">
            <a:extLst>
              <a:ext uri="{FF2B5EF4-FFF2-40B4-BE49-F238E27FC236}">
                <a16:creationId xmlns:a16="http://schemas.microsoft.com/office/drawing/2014/main" id="{02DAA206-8047-68D8-A7CF-DDF008F80ED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63151" y="4071961"/>
            <a:ext cx="1693875" cy="648342"/>
          </a:xfrm>
          <a:prstGeom prst="rect">
            <a:avLst/>
          </a:prstGeom>
        </p:spPr>
        <p:txBody>
          <a:bodyPr/>
          <a:lstStyle>
            <a:lvl1pPr marL="171450" indent="-171450">
              <a:buFont typeface="Wingdings" pitchFamily="2" charset="2"/>
              <a:buChar char="§"/>
              <a:defRPr sz="9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66" name="Textplatzhalter 160">
            <a:extLst>
              <a:ext uri="{FF2B5EF4-FFF2-40B4-BE49-F238E27FC236}">
                <a16:creationId xmlns:a16="http://schemas.microsoft.com/office/drawing/2014/main" id="{8D101DA2-E5F0-807E-9553-5C19191798B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891451" y="5497349"/>
            <a:ext cx="1693875" cy="648342"/>
          </a:xfrm>
          <a:prstGeom prst="rect">
            <a:avLst/>
          </a:prstGeom>
        </p:spPr>
        <p:txBody>
          <a:bodyPr/>
          <a:lstStyle>
            <a:lvl1pPr marL="171450" indent="-171450">
              <a:buFont typeface="Wingdings" pitchFamily="2" charset="2"/>
              <a:buChar char="§"/>
              <a:defRPr sz="9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67" name="Textplatzhalter 160">
            <a:extLst>
              <a:ext uri="{FF2B5EF4-FFF2-40B4-BE49-F238E27FC236}">
                <a16:creationId xmlns:a16="http://schemas.microsoft.com/office/drawing/2014/main" id="{883FE0D6-61EA-A8B0-65F7-0F31350DD07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063151" y="5497349"/>
            <a:ext cx="1693875" cy="648342"/>
          </a:xfrm>
          <a:prstGeom prst="rect">
            <a:avLst/>
          </a:prstGeom>
        </p:spPr>
        <p:txBody>
          <a:bodyPr/>
          <a:lstStyle>
            <a:lvl1pPr marL="171450" indent="-171450">
              <a:buFont typeface="Wingdings" pitchFamily="2" charset="2"/>
              <a:buChar char="§"/>
              <a:defRPr sz="9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68" name="Textplatzhalter 160">
            <a:extLst>
              <a:ext uri="{FF2B5EF4-FFF2-40B4-BE49-F238E27FC236}">
                <a16:creationId xmlns:a16="http://schemas.microsoft.com/office/drawing/2014/main" id="{F8557ADB-9980-6F24-F4C7-08D1097C0B8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322258" y="4071960"/>
            <a:ext cx="1683450" cy="878110"/>
          </a:xfrm>
          <a:prstGeom prst="rect">
            <a:avLst/>
          </a:prstGeom>
        </p:spPr>
        <p:txBody>
          <a:bodyPr/>
          <a:lstStyle>
            <a:lvl1pPr marL="171450" indent="-171450">
              <a:buFont typeface="Wingdings" pitchFamily="2" charset="2"/>
              <a:buChar char="§"/>
              <a:defRPr sz="9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69" name="Textplatzhalter 160">
            <a:extLst>
              <a:ext uri="{FF2B5EF4-FFF2-40B4-BE49-F238E27FC236}">
                <a16:creationId xmlns:a16="http://schemas.microsoft.com/office/drawing/2014/main" id="{1C262C10-C763-6E68-FC06-501D8FEC23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322258" y="5241854"/>
            <a:ext cx="1683450" cy="878110"/>
          </a:xfrm>
          <a:prstGeom prst="rect">
            <a:avLst/>
          </a:prstGeom>
        </p:spPr>
        <p:txBody>
          <a:bodyPr/>
          <a:lstStyle>
            <a:lvl1pPr marL="171450" indent="-171450">
              <a:buFont typeface="Wingdings" pitchFamily="2" charset="2"/>
              <a:buChar char="§"/>
              <a:defRPr sz="9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70" name="Textplatzhalter 160">
            <a:extLst>
              <a:ext uri="{FF2B5EF4-FFF2-40B4-BE49-F238E27FC236}">
                <a16:creationId xmlns:a16="http://schemas.microsoft.com/office/drawing/2014/main" id="{C7102507-7B67-94CB-845F-E462976CA36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58634" y="3224795"/>
            <a:ext cx="2227203" cy="799505"/>
          </a:xfrm>
          <a:prstGeom prst="rect">
            <a:avLst/>
          </a:prstGeom>
        </p:spPr>
        <p:txBody>
          <a:bodyPr/>
          <a:lstStyle>
            <a:lvl1pPr marL="171450" indent="-171450">
              <a:buFont typeface="Wingdings" pitchFamily="2" charset="2"/>
              <a:buChar char="§"/>
              <a:defRPr sz="9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71" name="Textplatzhalter 160">
            <a:extLst>
              <a:ext uri="{FF2B5EF4-FFF2-40B4-BE49-F238E27FC236}">
                <a16:creationId xmlns:a16="http://schemas.microsoft.com/office/drawing/2014/main" id="{E34A8CCB-936A-26A8-468B-18B427D8BA7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58634" y="5335983"/>
            <a:ext cx="2227203" cy="799505"/>
          </a:xfrm>
          <a:prstGeom prst="rect">
            <a:avLst/>
          </a:prstGeom>
        </p:spPr>
        <p:txBody>
          <a:bodyPr/>
          <a:lstStyle>
            <a:lvl1pPr marL="171450" indent="-171450">
              <a:buFont typeface="Wingdings" pitchFamily="2" charset="2"/>
              <a:buChar char="§"/>
              <a:defRPr sz="9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72" name="Textplatzhalter 160">
            <a:extLst>
              <a:ext uri="{FF2B5EF4-FFF2-40B4-BE49-F238E27FC236}">
                <a16:creationId xmlns:a16="http://schemas.microsoft.com/office/drawing/2014/main" id="{1E30F992-919D-774C-7865-11952225577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22257" y="4980837"/>
            <a:ext cx="1715253" cy="228754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itchFamily="2" charset="2"/>
              <a:buNone/>
              <a:defRPr sz="900" b="1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73" name="Textplatzhalter 127">
            <a:extLst>
              <a:ext uri="{FF2B5EF4-FFF2-40B4-BE49-F238E27FC236}">
                <a16:creationId xmlns:a16="http://schemas.microsoft.com/office/drawing/2014/main" id="{00229506-C563-B40C-F97D-CAD60DF3CF5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59890" y="2116816"/>
            <a:ext cx="1693874" cy="5369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Demi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74" name="Textplatzhalter 127">
            <a:extLst>
              <a:ext uri="{FF2B5EF4-FFF2-40B4-BE49-F238E27FC236}">
                <a16:creationId xmlns:a16="http://schemas.microsoft.com/office/drawing/2014/main" id="{0BA4E25B-FB45-08B3-AEA0-D029776811D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59890" y="4234728"/>
            <a:ext cx="1693874" cy="5369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Demi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75" name="Textplatzhalter 127">
            <a:extLst>
              <a:ext uri="{FF2B5EF4-FFF2-40B4-BE49-F238E27FC236}">
                <a16:creationId xmlns:a16="http://schemas.microsoft.com/office/drawing/2014/main" id="{10769BE5-1C5D-8BEC-FCDD-69047890E7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80760" y="1449295"/>
            <a:ext cx="1944869" cy="49925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 i="0">
                <a:solidFill>
                  <a:schemeClr val="bg1">
                    <a:lumMod val="95000"/>
                  </a:schemeClr>
                </a:solidFill>
                <a:latin typeface="Franklin Gothic Demi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76" name="Textplatzhalter 127">
            <a:extLst>
              <a:ext uri="{FF2B5EF4-FFF2-40B4-BE49-F238E27FC236}">
                <a16:creationId xmlns:a16="http://schemas.microsoft.com/office/drawing/2014/main" id="{4F68DB32-B04A-1C70-A3D4-6F1C446103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899525" y="1449295"/>
            <a:ext cx="4149912" cy="49925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 i="0">
                <a:solidFill>
                  <a:schemeClr val="bg1">
                    <a:lumMod val="95000"/>
                  </a:schemeClr>
                </a:solidFill>
                <a:latin typeface="Franklin Gothic Demi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78" name="Textplatzhalter 127">
            <a:extLst>
              <a:ext uri="{FF2B5EF4-FFF2-40B4-BE49-F238E27FC236}">
                <a16:creationId xmlns:a16="http://schemas.microsoft.com/office/drawing/2014/main" id="{47858E7B-8676-BA66-0FBC-8A9316DAC73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43779" y="1449295"/>
            <a:ext cx="1657674" cy="49925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 i="0">
                <a:solidFill>
                  <a:schemeClr val="bg1">
                    <a:lumMod val="95000"/>
                  </a:schemeClr>
                </a:solidFill>
                <a:latin typeface="Franklin Gothic Demi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79" name="Textplatzhalter 127">
            <a:extLst>
              <a:ext uri="{FF2B5EF4-FFF2-40B4-BE49-F238E27FC236}">
                <a16:creationId xmlns:a16="http://schemas.microsoft.com/office/drawing/2014/main" id="{77C5BB04-93FB-5E95-51E7-AC3880DCCB0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286878" y="1449295"/>
            <a:ext cx="2199597" cy="49925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 i="0">
                <a:solidFill>
                  <a:schemeClr val="bg1">
                    <a:lumMod val="95000"/>
                  </a:schemeClr>
                </a:solidFill>
                <a:latin typeface="Franklin Gothic Demi" panose="020B0603020102020204" pitchFamily="34" charset="0"/>
              </a:defRPr>
            </a:lvl1pPr>
            <a:lvl2pPr marL="457200" indent="0">
              <a:buNone/>
              <a:defRPr sz="1200" b="1" i="0">
                <a:latin typeface="Franklin Gothic Demi" panose="020B0603020102020204" pitchFamily="34" charset="0"/>
              </a:defRPr>
            </a:lvl2pPr>
            <a:lvl3pPr marL="914400" indent="0">
              <a:buNone/>
              <a:defRPr sz="1200" b="1" i="0">
                <a:latin typeface="Franklin Gothic Demi" panose="020B0603020102020204" pitchFamily="34" charset="0"/>
              </a:defRPr>
            </a:lvl3pPr>
            <a:lvl4pPr marL="1371600" indent="0">
              <a:buNone/>
              <a:defRPr sz="1200" b="1" i="0">
                <a:latin typeface="Franklin Gothic Demi" panose="020B0603020102020204" pitchFamily="34" charset="0"/>
              </a:defRPr>
            </a:lvl4pPr>
            <a:lvl5pPr marL="1828800" indent="0">
              <a:buNone/>
              <a:defRPr sz="1200" b="1" i="0">
                <a:latin typeface="Franklin Gothic Demi" panose="020B0603020102020204" pitchFamily="34" charset="0"/>
              </a:defRPr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81" name="Vertikaler Textplatzhalter 180">
            <a:extLst>
              <a:ext uri="{FF2B5EF4-FFF2-40B4-BE49-F238E27FC236}">
                <a16:creationId xmlns:a16="http://schemas.microsoft.com/office/drawing/2014/main" id="{ABC46327-16B5-E738-064B-54A051B3B750}"/>
              </a:ext>
            </a:extLst>
          </p:cNvPr>
          <p:cNvSpPr>
            <a:spLocks noGrp="1"/>
          </p:cNvSpPr>
          <p:nvPr>
            <p:ph type="body" orient="vert" sz="quarter" idx="38" hasCustomPrompt="1"/>
          </p:nvPr>
        </p:nvSpPr>
        <p:spPr>
          <a:xfrm rot="10800000">
            <a:off x="511055" y="3321807"/>
            <a:ext cx="1156375" cy="2765315"/>
          </a:xfrm>
          <a:prstGeom prst="rect">
            <a:avLst/>
          </a:prstGeom>
        </p:spPr>
        <p:txBody>
          <a:bodyPr vert="eaVert"/>
          <a:lstStyle>
            <a:lvl1pPr marL="0" indent="0">
              <a:buNone/>
              <a:defRPr lang="de-DE" sz="8000" b="1" i="0" kern="1200" dirty="0">
                <a:ln>
                  <a:solidFill>
                    <a:srgbClr val="000100"/>
                  </a:solidFill>
                </a:ln>
                <a:noFill/>
                <a:latin typeface="Franklin Gothic Demi" panose="020B06030201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82" name="Bildplatzhalter 9">
            <a:extLst>
              <a:ext uri="{FF2B5EF4-FFF2-40B4-BE49-F238E27FC236}">
                <a16:creationId xmlns:a16="http://schemas.microsoft.com/office/drawing/2014/main" id="{72DA7FEB-7013-4199-6188-4B759B2A775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7325575" y="2117382"/>
            <a:ext cx="1680132" cy="19206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185" name="Bildplatzhalter 9">
            <a:extLst>
              <a:ext uri="{FF2B5EF4-FFF2-40B4-BE49-F238E27FC236}">
                <a16:creationId xmlns:a16="http://schemas.microsoft.com/office/drawing/2014/main" id="{1D0ADA9D-1F20-58BC-24BA-B94166796146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753790" y="2111120"/>
            <a:ext cx="304051" cy="12039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500"/>
            </a:lvl1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186" name="Bildplatzhalter 9">
            <a:extLst>
              <a:ext uri="{FF2B5EF4-FFF2-40B4-BE49-F238E27FC236}">
                <a16:creationId xmlns:a16="http://schemas.microsoft.com/office/drawing/2014/main" id="{C7CDD66E-AA6E-DD06-C399-9D149AC7171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753790" y="3524172"/>
            <a:ext cx="304051" cy="12039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500"/>
            </a:lvl1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187" name="Bildplatzhalter 9">
            <a:extLst>
              <a:ext uri="{FF2B5EF4-FFF2-40B4-BE49-F238E27FC236}">
                <a16:creationId xmlns:a16="http://schemas.microsoft.com/office/drawing/2014/main" id="{1977E004-0FD8-EB9B-A97D-9A6827C1E308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753790" y="4949560"/>
            <a:ext cx="304051" cy="12039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500"/>
            </a:lvl1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188" name="Bildplatzhalter 9">
            <a:extLst>
              <a:ext uri="{FF2B5EF4-FFF2-40B4-BE49-F238E27FC236}">
                <a16:creationId xmlns:a16="http://schemas.microsoft.com/office/drawing/2014/main" id="{FCD142E8-5287-581B-4353-4AC823071F41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575367" y="2112230"/>
            <a:ext cx="304051" cy="12095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500"/>
            </a:lvl1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189" name="Bildplatzhalter 9">
            <a:extLst>
              <a:ext uri="{FF2B5EF4-FFF2-40B4-BE49-F238E27FC236}">
                <a16:creationId xmlns:a16="http://schemas.microsoft.com/office/drawing/2014/main" id="{DE72AD38-BA60-62AC-A316-22CDB38CBBAE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575367" y="3524172"/>
            <a:ext cx="304051" cy="12039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500"/>
            </a:lvl1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190" name="Bildplatzhalter 9">
            <a:extLst>
              <a:ext uri="{FF2B5EF4-FFF2-40B4-BE49-F238E27FC236}">
                <a16:creationId xmlns:a16="http://schemas.microsoft.com/office/drawing/2014/main" id="{DAF4D081-B21F-F547-169B-8BADEB4AFFAA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4575367" y="4949560"/>
            <a:ext cx="304051" cy="12039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500"/>
            </a:lvl1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191" name="Bildplatzhalter 9">
            <a:extLst>
              <a:ext uri="{FF2B5EF4-FFF2-40B4-BE49-F238E27FC236}">
                <a16:creationId xmlns:a16="http://schemas.microsoft.com/office/drawing/2014/main" id="{05578C4B-19F0-6631-9EB7-626C1B30260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336432" y="2132298"/>
            <a:ext cx="304051" cy="11794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500"/>
            </a:lvl1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6833732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ean Sites | v.1 | Titel + Shadow |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1B299A03-F850-8996-3C13-523754480736}"/>
              </a:ext>
            </a:extLst>
          </p:cNvPr>
          <p:cNvSpPr/>
          <p:nvPr userDrawn="1"/>
        </p:nvSpPr>
        <p:spPr>
          <a:xfrm>
            <a:off x="521111" y="514275"/>
            <a:ext cx="11146574" cy="583890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>
              <a:latin typeface="Franklin Gothic Book" panose="020B0503020102020204" pitchFamily="34" charset="0"/>
            </a:endParaRPr>
          </a:p>
        </p:txBody>
      </p:sp>
      <p:cxnSp>
        <p:nvCxnSpPr>
          <p:cNvPr id="4" name="Gerade Verbindung 3">
            <a:extLst>
              <a:ext uri="{FF2B5EF4-FFF2-40B4-BE49-F238E27FC236}">
                <a16:creationId xmlns:a16="http://schemas.microsoft.com/office/drawing/2014/main" id="{897546C3-D2E4-A4E0-8DB2-166B3A80B56C}"/>
              </a:ext>
            </a:extLst>
          </p:cNvPr>
          <p:cNvCxnSpPr/>
          <p:nvPr userDrawn="1"/>
        </p:nvCxnSpPr>
        <p:spPr>
          <a:xfrm>
            <a:off x="11670889" y="0"/>
            <a:ext cx="0" cy="635635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06CE1562-4B88-9AD2-220F-1AD1DA381442}"/>
              </a:ext>
            </a:extLst>
          </p:cNvPr>
          <p:cNvCxnSpPr>
            <a:cxnSpLocks/>
          </p:cNvCxnSpPr>
          <p:nvPr userDrawn="1"/>
        </p:nvCxnSpPr>
        <p:spPr>
          <a:xfrm>
            <a:off x="-3205" y="6356351"/>
            <a:ext cx="1167088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64B29CAC-CA92-E74F-1933-1C67A97D4D30}"/>
              </a:ext>
            </a:extLst>
          </p:cNvPr>
          <p:cNvCxnSpPr>
            <a:cxnSpLocks/>
          </p:cNvCxnSpPr>
          <p:nvPr userDrawn="1"/>
        </p:nvCxnSpPr>
        <p:spPr>
          <a:xfrm>
            <a:off x="0" y="514351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BD3C93EB-0C25-3AB5-989C-21B28E4E7BC0}"/>
              </a:ext>
            </a:extLst>
          </p:cNvPr>
          <p:cNvCxnSpPr>
            <a:cxnSpLocks/>
          </p:cNvCxnSpPr>
          <p:nvPr userDrawn="1"/>
        </p:nvCxnSpPr>
        <p:spPr>
          <a:xfrm>
            <a:off x="523111" y="517525"/>
            <a:ext cx="0" cy="634047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el 3">
            <a:extLst>
              <a:ext uri="{FF2B5EF4-FFF2-40B4-BE49-F238E27FC236}">
                <a16:creationId xmlns:a16="http://schemas.microsoft.com/office/drawing/2014/main" id="{6A67CAE0-3B64-ABE1-4A83-E899A85A4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66" y="709896"/>
            <a:ext cx="10825997" cy="3651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 baseline="0">
                <a:solidFill>
                  <a:srgbClr val="000100"/>
                </a:solidFill>
                <a:latin typeface="Franklin Gothic Demi" panose="020B0603020102020204" pitchFamily="34" charset="0"/>
                <a:ea typeface="+mj-ea"/>
                <a:cs typeface="+mj-cs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98F4C2D1-4B03-5E75-B4BE-6099F8466C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2624" y="1057907"/>
            <a:ext cx="10825993" cy="3163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00100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224168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ean Sites | v.1 | Titel |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4276694-7CEC-1155-2F70-9FC304838B3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0485" y="1575707"/>
            <a:ext cx="10879109" cy="4601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Font typeface="Arial" panose="020B0604020202020204" pitchFamily="34" charset="0"/>
              <a:buChar char="•"/>
              <a:defRPr sz="1200"/>
            </a:lvl1pPr>
            <a:lvl2pPr>
              <a:buFont typeface="Arial" panose="020B0604020202020204" pitchFamily="34" charset="0"/>
              <a:buChar char="•"/>
              <a:defRPr sz="1200"/>
            </a:lvl2pPr>
            <a:lvl3pPr>
              <a:buFont typeface="Arial" panose="020B0604020202020204" pitchFamily="34" charset="0"/>
              <a:buChar char="•"/>
              <a:defRPr sz="1200"/>
            </a:lvl3pPr>
            <a:lvl4pPr>
              <a:buFont typeface="Arial" panose="020B0604020202020204" pitchFamily="34" charset="0"/>
              <a:buChar char="•"/>
              <a:defRPr sz="1200"/>
            </a:lvl4pPr>
            <a:lvl5pP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A2B9B7F-10DA-35FD-1242-33BC3CC81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66" y="709896"/>
            <a:ext cx="10825997" cy="3651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 baseline="0">
                <a:solidFill>
                  <a:srgbClr val="000100"/>
                </a:solidFill>
                <a:latin typeface="Franklin Gothic Demi" panose="020B0603020102020204" pitchFamily="34" charset="0"/>
                <a:ea typeface="+mj-ea"/>
                <a:cs typeface="+mj-cs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3174490-2802-99D8-0426-B9B32C60FF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2624" y="1057907"/>
            <a:ext cx="10825993" cy="3163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00100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253972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 Sites | v.1 | Titel + Shadow |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1B299A03-F850-8996-3C13-523754480736}"/>
              </a:ext>
            </a:extLst>
          </p:cNvPr>
          <p:cNvSpPr/>
          <p:nvPr userDrawn="1"/>
        </p:nvSpPr>
        <p:spPr>
          <a:xfrm>
            <a:off x="521111" y="514275"/>
            <a:ext cx="11146574" cy="583890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>
              <a:latin typeface="Franklin Gothic Book" panose="020B0503020102020204" pitchFamily="34" charset="0"/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E6DDEE6-D760-CF2D-8516-915884A65FCB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83366" y="709896"/>
            <a:ext cx="10822831" cy="365126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88B0B10C-1DE8-B45E-3A50-F045CDC1E3C8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682624" y="1057907"/>
            <a:ext cx="10822831" cy="316379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000100"/>
                </a:solidFill>
              </a:defRPr>
            </a:lvl1pPr>
          </a:lstStyle>
          <a:p>
            <a:pPr lvl="0"/>
            <a:r>
              <a:rPr lang="de-DE"/>
              <a:t>Subheadline</a:t>
            </a:r>
          </a:p>
        </p:txBody>
      </p:sp>
      <p:cxnSp>
        <p:nvCxnSpPr>
          <p:cNvPr id="4" name="Gerade Verbindung 3">
            <a:extLst>
              <a:ext uri="{FF2B5EF4-FFF2-40B4-BE49-F238E27FC236}">
                <a16:creationId xmlns:a16="http://schemas.microsoft.com/office/drawing/2014/main" id="{897546C3-D2E4-A4E0-8DB2-166B3A80B56C}"/>
              </a:ext>
            </a:extLst>
          </p:cNvPr>
          <p:cNvCxnSpPr/>
          <p:nvPr userDrawn="1"/>
        </p:nvCxnSpPr>
        <p:spPr>
          <a:xfrm>
            <a:off x="11670889" y="0"/>
            <a:ext cx="0" cy="635635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06CE1562-4B88-9AD2-220F-1AD1DA381442}"/>
              </a:ext>
            </a:extLst>
          </p:cNvPr>
          <p:cNvCxnSpPr>
            <a:cxnSpLocks/>
          </p:cNvCxnSpPr>
          <p:nvPr userDrawn="1"/>
        </p:nvCxnSpPr>
        <p:spPr>
          <a:xfrm>
            <a:off x="-3205" y="6356351"/>
            <a:ext cx="1167088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64B29CAC-CA92-E74F-1933-1C67A97D4D30}"/>
              </a:ext>
            </a:extLst>
          </p:cNvPr>
          <p:cNvCxnSpPr>
            <a:cxnSpLocks/>
          </p:cNvCxnSpPr>
          <p:nvPr userDrawn="1"/>
        </p:nvCxnSpPr>
        <p:spPr>
          <a:xfrm>
            <a:off x="0" y="514351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BD3C93EB-0C25-3AB5-989C-21B28E4E7BC0}"/>
              </a:ext>
            </a:extLst>
          </p:cNvPr>
          <p:cNvCxnSpPr>
            <a:cxnSpLocks/>
          </p:cNvCxnSpPr>
          <p:nvPr userDrawn="1"/>
        </p:nvCxnSpPr>
        <p:spPr>
          <a:xfrm>
            <a:off x="523111" y="517525"/>
            <a:ext cx="0" cy="634047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01455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 Sites | v.1 | Titel |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BE6DDEE6-D760-CF2D-8516-915884A65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66" y="709896"/>
            <a:ext cx="10816971" cy="365126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88B0B10C-1DE8-B45E-3A50-F045CDC1E3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2624" y="1057907"/>
            <a:ext cx="10816971" cy="316379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000100"/>
                </a:solidFill>
              </a:defRPr>
            </a:lvl1pPr>
          </a:lstStyle>
          <a:p>
            <a:pPr lvl="0"/>
            <a:r>
              <a:rPr lang="de-DE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26536724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 Sites | v.1 | Shadow |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01919237-51E5-871F-52E9-23E4D4A313E7}"/>
              </a:ext>
            </a:extLst>
          </p:cNvPr>
          <p:cNvSpPr/>
          <p:nvPr userDrawn="1"/>
        </p:nvSpPr>
        <p:spPr>
          <a:xfrm>
            <a:off x="521111" y="514275"/>
            <a:ext cx="11146574" cy="583890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>
              <a:latin typeface="Franklin Gothic Book" panose="020B0503020102020204" pitchFamily="34" charset="0"/>
            </a:endParaRPr>
          </a:p>
        </p:txBody>
      </p:sp>
      <p:cxnSp>
        <p:nvCxnSpPr>
          <p:cNvPr id="4" name="Gerade Verbindung 3">
            <a:extLst>
              <a:ext uri="{FF2B5EF4-FFF2-40B4-BE49-F238E27FC236}">
                <a16:creationId xmlns:a16="http://schemas.microsoft.com/office/drawing/2014/main" id="{AC307146-03A3-4B86-462E-BFCA3C33B0E1}"/>
              </a:ext>
            </a:extLst>
          </p:cNvPr>
          <p:cNvCxnSpPr/>
          <p:nvPr userDrawn="1"/>
        </p:nvCxnSpPr>
        <p:spPr>
          <a:xfrm>
            <a:off x="11670889" y="0"/>
            <a:ext cx="0" cy="635635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E03B0405-AAED-8A5E-C4A3-1CBBCAF1A2D0}"/>
              </a:ext>
            </a:extLst>
          </p:cNvPr>
          <p:cNvCxnSpPr>
            <a:cxnSpLocks/>
          </p:cNvCxnSpPr>
          <p:nvPr userDrawn="1"/>
        </p:nvCxnSpPr>
        <p:spPr>
          <a:xfrm>
            <a:off x="-3205" y="6356351"/>
            <a:ext cx="1167088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07AE9048-36AC-2F30-A093-0E3B313E2D4E}"/>
              </a:ext>
            </a:extLst>
          </p:cNvPr>
          <p:cNvCxnSpPr>
            <a:cxnSpLocks/>
          </p:cNvCxnSpPr>
          <p:nvPr userDrawn="1"/>
        </p:nvCxnSpPr>
        <p:spPr>
          <a:xfrm>
            <a:off x="0" y="514351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3667AB90-107E-9C50-60DF-98E539A373C6}"/>
              </a:ext>
            </a:extLst>
          </p:cNvPr>
          <p:cNvCxnSpPr>
            <a:cxnSpLocks/>
          </p:cNvCxnSpPr>
          <p:nvPr userDrawn="1"/>
        </p:nvCxnSpPr>
        <p:spPr>
          <a:xfrm>
            <a:off x="523111" y="517525"/>
            <a:ext cx="0" cy="634047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44216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 Sites | v.1 | clean |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11404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95552E-2EE3-BD33-016F-1F57A0C30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623" y="1583267"/>
            <a:ext cx="10825993" cy="4593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E70CD70-7A64-4AE3-EB8F-6C55A26313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E8B5D0E-AB57-43B0-87FB-A47D00142A30}" type="datetimeFigureOut">
              <a:rPr lang="de-DE" smtClean="0"/>
              <a:pPr/>
              <a:t>16.01.2026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EDBF468-351C-F973-D393-3CEAE373E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64717D-0796-D526-CC40-3E75D40E5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F06958-73F5-4DF8-A0C4-E1069915E1F0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itel 3">
            <a:extLst>
              <a:ext uri="{FF2B5EF4-FFF2-40B4-BE49-F238E27FC236}">
                <a16:creationId xmlns:a16="http://schemas.microsoft.com/office/drawing/2014/main" id="{AA076EBA-4B57-9D03-4B19-D45420E8F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66" y="709896"/>
            <a:ext cx="10825997" cy="3651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 baseline="0">
                <a:solidFill>
                  <a:srgbClr val="000100"/>
                </a:solidFill>
                <a:latin typeface="Franklin Gothic Demi" panose="020B0603020102020204" pitchFamily="34" charset="0"/>
                <a:ea typeface="+mj-ea"/>
                <a:cs typeface="+mj-cs"/>
              </a:defRPr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8" name="Textplatzhalter 4">
            <a:extLst>
              <a:ext uri="{FF2B5EF4-FFF2-40B4-BE49-F238E27FC236}">
                <a16:creationId xmlns:a16="http://schemas.microsoft.com/office/drawing/2014/main" id="{63D3EC6C-E0B9-AE21-FE24-D509E1FD1F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2624" y="1057907"/>
            <a:ext cx="10825993" cy="3163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00100"/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1719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slideLayout" Target="../slideLayouts/slideLayout32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34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33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feld 10">
            <a:extLst>
              <a:ext uri="{FF2B5EF4-FFF2-40B4-BE49-F238E27FC236}">
                <a16:creationId xmlns:a16="http://schemas.microsoft.com/office/drawing/2014/main" id="{0C378DD8-4E7E-E34B-4790-5D131ABD160C}"/>
              </a:ext>
            </a:extLst>
          </p:cNvPr>
          <p:cNvSpPr txBox="1"/>
          <p:nvPr userDrawn="1"/>
        </p:nvSpPr>
        <p:spPr>
          <a:xfrm>
            <a:off x="10434663" y="6505804"/>
            <a:ext cx="1233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800" b="0" i="0">
                <a:solidFill>
                  <a:srgbClr val="DADADA"/>
                </a:solidFill>
                <a:latin typeface="Franklin Gothic Book" panose="020B0503020102020204" pitchFamily="34" charset="0"/>
              </a:rPr>
              <a:t>Version 1.0.1 - RC</a:t>
            </a:r>
          </a:p>
        </p:txBody>
      </p:sp>
      <p:sp>
        <p:nvSpPr>
          <p:cNvPr id="12" name="Grafik 5">
            <a:extLst>
              <a:ext uri="{FF2B5EF4-FFF2-40B4-BE49-F238E27FC236}">
                <a16:creationId xmlns:a16="http://schemas.microsoft.com/office/drawing/2014/main" id="{AADA869A-449C-1EE4-2104-44BF38CFC59B}"/>
              </a:ext>
            </a:extLst>
          </p:cNvPr>
          <p:cNvSpPr/>
          <p:nvPr userDrawn="1"/>
        </p:nvSpPr>
        <p:spPr>
          <a:xfrm>
            <a:off x="11667684" y="6356351"/>
            <a:ext cx="524316" cy="507289"/>
          </a:xfrm>
          <a:custGeom>
            <a:avLst/>
            <a:gdLst>
              <a:gd name="connsiteX0" fmla="*/ 0 w 964703"/>
              <a:gd name="connsiteY0" fmla="*/ 0 h 965698"/>
              <a:gd name="connsiteX1" fmla="*/ 0 w 964703"/>
              <a:gd name="connsiteY1" fmla="*/ 965699 h 965698"/>
              <a:gd name="connsiteX2" fmla="*/ 964703 w 964703"/>
              <a:gd name="connsiteY2" fmla="*/ 965699 h 965698"/>
              <a:gd name="connsiteX3" fmla="*/ 964703 w 964703"/>
              <a:gd name="connsiteY3" fmla="*/ 0 h 965698"/>
              <a:gd name="connsiteX4" fmla="*/ 0 w 964703"/>
              <a:gd name="connsiteY4" fmla="*/ 0 h 965698"/>
              <a:gd name="connsiteX5" fmla="*/ 480975 w 964703"/>
              <a:gd name="connsiteY5" fmla="*/ 796433 h 965698"/>
              <a:gd name="connsiteX6" fmla="*/ 164629 w 964703"/>
              <a:gd name="connsiteY6" fmla="*/ 479761 h 965698"/>
              <a:gd name="connsiteX7" fmla="*/ 480975 w 964703"/>
              <a:gd name="connsiteY7" fmla="*/ 163088 h 965698"/>
              <a:gd name="connsiteX8" fmla="*/ 797321 w 964703"/>
              <a:gd name="connsiteY8" fmla="*/ 479761 h 965698"/>
              <a:gd name="connsiteX9" fmla="*/ 480975 w 964703"/>
              <a:gd name="connsiteY9" fmla="*/ 796433 h 965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64703" h="965698">
                <a:moveTo>
                  <a:pt x="0" y="0"/>
                </a:moveTo>
                <a:lnTo>
                  <a:pt x="0" y="965699"/>
                </a:lnTo>
                <a:lnTo>
                  <a:pt x="964703" y="965699"/>
                </a:lnTo>
                <a:lnTo>
                  <a:pt x="964703" y="0"/>
                </a:lnTo>
                <a:lnTo>
                  <a:pt x="0" y="0"/>
                </a:lnTo>
                <a:close/>
                <a:moveTo>
                  <a:pt x="480975" y="796433"/>
                </a:moveTo>
                <a:cubicBezTo>
                  <a:pt x="306282" y="796433"/>
                  <a:pt x="164629" y="654634"/>
                  <a:pt x="164629" y="479761"/>
                </a:cubicBezTo>
                <a:cubicBezTo>
                  <a:pt x="164629" y="304887"/>
                  <a:pt x="306282" y="163088"/>
                  <a:pt x="480975" y="163088"/>
                </a:cubicBezTo>
                <a:cubicBezTo>
                  <a:pt x="655668" y="163088"/>
                  <a:pt x="797321" y="304887"/>
                  <a:pt x="797321" y="479761"/>
                </a:cubicBezTo>
                <a:cubicBezTo>
                  <a:pt x="797321" y="654634"/>
                  <a:pt x="655668" y="796433"/>
                  <a:pt x="480975" y="796433"/>
                </a:cubicBezTo>
                <a:close/>
              </a:path>
            </a:pathLst>
          </a:custGeom>
          <a:solidFill>
            <a:srgbClr val="85C91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>
              <a:latin typeface="Franklin Gothic Book" panose="020B0503020102020204" pitchFamily="34" charset="0"/>
            </a:endParaRPr>
          </a:p>
        </p:txBody>
      </p:sp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04E6DCFE-52B7-9770-06E1-57A66767435E}"/>
              </a:ext>
            </a:extLst>
          </p:cNvPr>
          <p:cNvCxnSpPr/>
          <p:nvPr userDrawn="1"/>
        </p:nvCxnSpPr>
        <p:spPr>
          <a:xfrm>
            <a:off x="11670889" y="0"/>
            <a:ext cx="0" cy="6356351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13">
            <a:extLst>
              <a:ext uri="{FF2B5EF4-FFF2-40B4-BE49-F238E27FC236}">
                <a16:creationId xmlns:a16="http://schemas.microsoft.com/office/drawing/2014/main" id="{6F69A0CB-FC97-0F7A-ADF1-9434332A69D0}"/>
              </a:ext>
            </a:extLst>
          </p:cNvPr>
          <p:cNvCxnSpPr>
            <a:cxnSpLocks/>
            <a:endCxn id="12" idx="0"/>
          </p:cNvCxnSpPr>
          <p:nvPr userDrawn="1"/>
        </p:nvCxnSpPr>
        <p:spPr>
          <a:xfrm>
            <a:off x="-3205" y="6356351"/>
            <a:ext cx="11670889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4">
            <a:extLst>
              <a:ext uri="{FF2B5EF4-FFF2-40B4-BE49-F238E27FC236}">
                <a16:creationId xmlns:a16="http://schemas.microsoft.com/office/drawing/2014/main" id="{E49742FC-29E2-CCC3-5145-594D742FBAA0}"/>
              </a:ext>
            </a:extLst>
          </p:cNvPr>
          <p:cNvCxnSpPr>
            <a:cxnSpLocks/>
          </p:cNvCxnSpPr>
          <p:nvPr userDrawn="1"/>
        </p:nvCxnSpPr>
        <p:spPr>
          <a:xfrm>
            <a:off x="0" y="514351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15">
            <a:extLst>
              <a:ext uri="{FF2B5EF4-FFF2-40B4-BE49-F238E27FC236}">
                <a16:creationId xmlns:a16="http://schemas.microsoft.com/office/drawing/2014/main" id="{E33B26F6-152C-CC89-E171-CA0750AEBF34}"/>
              </a:ext>
            </a:extLst>
          </p:cNvPr>
          <p:cNvCxnSpPr>
            <a:cxnSpLocks/>
          </p:cNvCxnSpPr>
          <p:nvPr userDrawn="1"/>
        </p:nvCxnSpPr>
        <p:spPr>
          <a:xfrm>
            <a:off x="523111" y="517525"/>
            <a:ext cx="0" cy="6340475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fik 16">
            <a:extLst>
              <a:ext uri="{FF2B5EF4-FFF2-40B4-BE49-F238E27FC236}">
                <a16:creationId xmlns:a16="http://schemas.microsoft.com/office/drawing/2014/main" id="{16E93989-6A44-6E07-C68A-64A10A62A235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165443" y="6518103"/>
            <a:ext cx="203200" cy="190500"/>
          </a:xfrm>
          <a:prstGeom prst="rect">
            <a:avLst/>
          </a:prstGeom>
        </p:spPr>
      </p:pic>
      <p:cxnSp>
        <p:nvCxnSpPr>
          <p:cNvPr id="18" name="Gerade Verbindung 17">
            <a:extLst>
              <a:ext uri="{FF2B5EF4-FFF2-40B4-BE49-F238E27FC236}">
                <a16:creationId xmlns:a16="http://schemas.microsoft.com/office/drawing/2014/main" id="{59A27EC0-101A-3AE6-F5D5-E11FDCB21DDB}"/>
              </a:ext>
            </a:extLst>
          </p:cNvPr>
          <p:cNvCxnSpPr>
            <a:cxnSpLocks/>
          </p:cNvCxnSpPr>
          <p:nvPr userDrawn="1"/>
        </p:nvCxnSpPr>
        <p:spPr>
          <a:xfrm>
            <a:off x="10434664" y="6356351"/>
            <a:ext cx="0" cy="508764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18">
            <a:extLst>
              <a:ext uri="{FF2B5EF4-FFF2-40B4-BE49-F238E27FC236}">
                <a16:creationId xmlns:a16="http://schemas.microsoft.com/office/drawing/2014/main" id="{E47FE6A9-5F15-67B2-5C40-DBB30C3F926B}"/>
              </a:ext>
            </a:extLst>
          </p:cNvPr>
          <p:cNvCxnSpPr>
            <a:cxnSpLocks/>
          </p:cNvCxnSpPr>
          <p:nvPr userDrawn="1"/>
        </p:nvCxnSpPr>
        <p:spPr>
          <a:xfrm>
            <a:off x="2651951" y="6356351"/>
            <a:ext cx="0" cy="508764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BFE56499-E25F-D017-DFB4-D8FE90DEBAEE}"/>
              </a:ext>
            </a:extLst>
          </p:cNvPr>
          <p:cNvSpPr txBox="1"/>
          <p:nvPr userDrawn="1"/>
        </p:nvSpPr>
        <p:spPr>
          <a:xfrm>
            <a:off x="8549137" y="6510938"/>
            <a:ext cx="19818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>
                <a:solidFill>
                  <a:srgbClr val="DADADA"/>
                </a:solidFill>
              </a:rPr>
              <a:t>Copyright 2025®RealCore Group GmbH</a:t>
            </a:r>
          </a:p>
        </p:txBody>
      </p:sp>
      <p:pic>
        <p:nvPicPr>
          <p:cNvPr id="3" name="Picture 12">
            <a:extLst>
              <a:ext uri="{FF2B5EF4-FFF2-40B4-BE49-F238E27FC236}">
                <a16:creationId xmlns:a16="http://schemas.microsoft.com/office/drawing/2014/main" id="{7A00488B-BB08-7386-441B-293707354518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494458" y="6166222"/>
            <a:ext cx="1479490" cy="904875"/>
          </a:xfrm>
          <a:prstGeom prst="rect">
            <a:avLst/>
          </a:prstGeom>
        </p:spPr>
      </p:pic>
      <p:pic>
        <p:nvPicPr>
          <p:cNvPr id="5" name="Grafik 4" descr="Ein Bild, das Schrift, Grafiken, Screenshot, Logo enthält.&#10;&#10;KI-generierte Inhalte können fehlerhaft sein.">
            <a:extLst>
              <a:ext uri="{FF2B5EF4-FFF2-40B4-BE49-F238E27FC236}">
                <a16:creationId xmlns:a16="http://schemas.microsoft.com/office/drawing/2014/main" id="{2FC7BD29-0062-8DCE-19B5-EBC99BBBBBBA}"/>
              </a:ext>
            </a:extLst>
          </p:cNvPr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10130549" y="99744"/>
            <a:ext cx="1432418" cy="46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704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2" r:id="rId1"/>
    <p:sldLayoutId id="2147483934" r:id="rId2"/>
    <p:sldLayoutId id="2147483935" r:id="rId3"/>
    <p:sldLayoutId id="2147483936" r:id="rId4"/>
    <p:sldLayoutId id="2147483941" r:id="rId5"/>
    <p:sldLayoutId id="2147483937" r:id="rId6"/>
    <p:sldLayoutId id="2147483942" r:id="rId7"/>
    <p:sldLayoutId id="2147483938" r:id="rId8"/>
    <p:sldLayoutId id="2147483943" r:id="rId9"/>
    <p:sldLayoutId id="2147483939" r:id="rId10"/>
    <p:sldLayoutId id="2147483956" r:id="rId11"/>
    <p:sldLayoutId id="2147483968" r:id="rId12"/>
    <p:sldLayoutId id="2147483984" r:id="rId13"/>
    <p:sldLayoutId id="2147483959" r:id="rId14"/>
    <p:sldLayoutId id="2147483944" r:id="rId15"/>
    <p:sldLayoutId id="2147483940" r:id="rId16"/>
    <p:sldLayoutId id="2147483945" r:id="rId17"/>
    <p:sldLayoutId id="2147483950" r:id="rId18"/>
    <p:sldLayoutId id="2147483951" r:id="rId19"/>
    <p:sldLayoutId id="2147483954" r:id="rId20"/>
    <p:sldLayoutId id="2147483946" r:id="rId21"/>
    <p:sldLayoutId id="2147483952" r:id="rId22"/>
    <p:sldLayoutId id="2147483953" r:id="rId23"/>
    <p:sldLayoutId id="2147483947" r:id="rId24"/>
    <p:sldLayoutId id="2147483948" r:id="rId25"/>
    <p:sldLayoutId id="2147483969" r:id="rId26"/>
    <p:sldLayoutId id="2147483949" r:id="rId27"/>
    <p:sldLayoutId id="2147483983" r:id="rId28"/>
    <p:sldLayoutId id="2147483702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35C3D0C8-F072-D64C-459D-5CB9892D3CE2}"/>
              </a:ext>
            </a:extLst>
          </p:cNvPr>
          <p:cNvCxnSpPr/>
          <p:nvPr userDrawn="1"/>
        </p:nvCxnSpPr>
        <p:spPr>
          <a:xfrm>
            <a:off x="11670889" y="0"/>
            <a:ext cx="0" cy="635635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BC43C40B-9EFC-3B35-88CD-F07063C20C5A}"/>
              </a:ext>
            </a:extLst>
          </p:cNvPr>
          <p:cNvSpPr txBox="1"/>
          <p:nvPr userDrawn="1"/>
        </p:nvSpPr>
        <p:spPr>
          <a:xfrm>
            <a:off x="8549137" y="6510938"/>
            <a:ext cx="19818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>
                <a:solidFill>
                  <a:srgbClr val="DADADA"/>
                </a:solidFill>
              </a:rPr>
              <a:t>Copyright 2025®RealCore Group GmbH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A00DD6F-3EC6-1A23-CA79-79862832989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5053" y="62261"/>
            <a:ext cx="1368703" cy="45209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005EB8E1-4AF1-B0EA-CD2B-D24450F3C97F}"/>
              </a:ext>
            </a:extLst>
          </p:cNvPr>
          <p:cNvSpPr txBox="1"/>
          <p:nvPr userDrawn="1"/>
        </p:nvSpPr>
        <p:spPr>
          <a:xfrm>
            <a:off x="10434663" y="6505804"/>
            <a:ext cx="1233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800">
                <a:solidFill>
                  <a:srgbClr val="DADADA"/>
                </a:solidFill>
              </a:rPr>
              <a:t>Version 1.0.1 - RC</a:t>
            </a:r>
          </a:p>
        </p:txBody>
      </p:sp>
      <p:sp>
        <p:nvSpPr>
          <p:cNvPr id="10" name="Grafik 5">
            <a:extLst>
              <a:ext uri="{FF2B5EF4-FFF2-40B4-BE49-F238E27FC236}">
                <a16:creationId xmlns:a16="http://schemas.microsoft.com/office/drawing/2014/main" id="{A5DD8FEB-B1ED-A11D-F2F1-EA2FB607F502}"/>
              </a:ext>
            </a:extLst>
          </p:cNvPr>
          <p:cNvSpPr/>
          <p:nvPr userDrawn="1"/>
        </p:nvSpPr>
        <p:spPr>
          <a:xfrm>
            <a:off x="11667684" y="6356351"/>
            <a:ext cx="524316" cy="507289"/>
          </a:xfrm>
          <a:custGeom>
            <a:avLst/>
            <a:gdLst>
              <a:gd name="connsiteX0" fmla="*/ 0 w 964703"/>
              <a:gd name="connsiteY0" fmla="*/ 0 h 965698"/>
              <a:gd name="connsiteX1" fmla="*/ 0 w 964703"/>
              <a:gd name="connsiteY1" fmla="*/ 965699 h 965698"/>
              <a:gd name="connsiteX2" fmla="*/ 964703 w 964703"/>
              <a:gd name="connsiteY2" fmla="*/ 965699 h 965698"/>
              <a:gd name="connsiteX3" fmla="*/ 964703 w 964703"/>
              <a:gd name="connsiteY3" fmla="*/ 0 h 965698"/>
              <a:gd name="connsiteX4" fmla="*/ 0 w 964703"/>
              <a:gd name="connsiteY4" fmla="*/ 0 h 965698"/>
              <a:gd name="connsiteX5" fmla="*/ 480975 w 964703"/>
              <a:gd name="connsiteY5" fmla="*/ 796433 h 965698"/>
              <a:gd name="connsiteX6" fmla="*/ 164629 w 964703"/>
              <a:gd name="connsiteY6" fmla="*/ 479761 h 965698"/>
              <a:gd name="connsiteX7" fmla="*/ 480975 w 964703"/>
              <a:gd name="connsiteY7" fmla="*/ 163088 h 965698"/>
              <a:gd name="connsiteX8" fmla="*/ 797321 w 964703"/>
              <a:gd name="connsiteY8" fmla="*/ 479761 h 965698"/>
              <a:gd name="connsiteX9" fmla="*/ 480975 w 964703"/>
              <a:gd name="connsiteY9" fmla="*/ 796433 h 965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64703" h="965698">
                <a:moveTo>
                  <a:pt x="0" y="0"/>
                </a:moveTo>
                <a:lnTo>
                  <a:pt x="0" y="965699"/>
                </a:lnTo>
                <a:lnTo>
                  <a:pt x="964703" y="965699"/>
                </a:lnTo>
                <a:lnTo>
                  <a:pt x="964703" y="0"/>
                </a:lnTo>
                <a:lnTo>
                  <a:pt x="0" y="0"/>
                </a:lnTo>
                <a:close/>
                <a:moveTo>
                  <a:pt x="480975" y="796433"/>
                </a:moveTo>
                <a:cubicBezTo>
                  <a:pt x="306282" y="796433"/>
                  <a:pt x="164629" y="654634"/>
                  <a:pt x="164629" y="479761"/>
                </a:cubicBezTo>
                <a:cubicBezTo>
                  <a:pt x="164629" y="304887"/>
                  <a:pt x="306282" y="163088"/>
                  <a:pt x="480975" y="163088"/>
                </a:cubicBezTo>
                <a:cubicBezTo>
                  <a:pt x="655668" y="163088"/>
                  <a:pt x="797321" y="304887"/>
                  <a:pt x="797321" y="479761"/>
                </a:cubicBezTo>
                <a:cubicBezTo>
                  <a:pt x="797321" y="654634"/>
                  <a:pt x="655668" y="796433"/>
                  <a:pt x="480975" y="796433"/>
                </a:cubicBezTo>
                <a:close/>
              </a:path>
            </a:pathLst>
          </a:custGeom>
          <a:solidFill>
            <a:srgbClr val="85C91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cxnSp>
        <p:nvCxnSpPr>
          <p:cNvPr id="12" name="Gerade Verbindung 11">
            <a:extLst>
              <a:ext uri="{FF2B5EF4-FFF2-40B4-BE49-F238E27FC236}">
                <a16:creationId xmlns:a16="http://schemas.microsoft.com/office/drawing/2014/main" id="{1F6CE587-186F-FD7B-3F05-34381F899FA9}"/>
              </a:ext>
            </a:extLst>
          </p:cNvPr>
          <p:cNvCxnSpPr/>
          <p:nvPr userDrawn="1"/>
        </p:nvCxnSpPr>
        <p:spPr>
          <a:xfrm>
            <a:off x="11670889" y="0"/>
            <a:ext cx="0" cy="635635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5FFB901E-F09F-2147-B73A-6CD8AD59AF6F}"/>
              </a:ext>
            </a:extLst>
          </p:cNvPr>
          <p:cNvCxnSpPr>
            <a:cxnSpLocks/>
            <a:endCxn id="10" idx="0"/>
          </p:cNvCxnSpPr>
          <p:nvPr userDrawn="1"/>
        </p:nvCxnSpPr>
        <p:spPr>
          <a:xfrm>
            <a:off x="-3205" y="6356351"/>
            <a:ext cx="1167088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13">
            <a:extLst>
              <a:ext uri="{FF2B5EF4-FFF2-40B4-BE49-F238E27FC236}">
                <a16:creationId xmlns:a16="http://schemas.microsoft.com/office/drawing/2014/main" id="{10281354-8943-BD46-BDC7-3870122F865F}"/>
              </a:ext>
            </a:extLst>
          </p:cNvPr>
          <p:cNvCxnSpPr>
            <a:cxnSpLocks/>
          </p:cNvCxnSpPr>
          <p:nvPr userDrawn="1"/>
        </p:nvCxnSpPr>
        <p:spPr>
          <a:xfrm>
            <a:off x="0" y="514351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15">
            <a:extLst>
              <a:ext uri="{FF2B5EF4-FFF2-40B4-BE49-F238E27FC236}">
                <a16:creationId xmlns:a16="http://schemas.microsoft.com/office/drawing/2014/main" id="{10AE82AE-C8F6-E90C-125E-56BBCBEAD39D}"/>
              </a:ext>
            </a:extLst>
          </p:cNvPr>
          <p:cNvCxnSpPr>
            <a:cxnSpLocks/>
          </p:cNvCxnSpPr>
          <p:nvPr userDrawn="1"/>
        </p:nvCxnSpPr>
        <p:spPr>
          <a:xfrm>
            <a:off x="523111" y="517525"/>
            <a:ext cx="0" cy="634047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fik 17">
            <a:extLst>
              <a:ext uri="{FF2B5EF4-FFF2-40B4-BE49-F238E27FC236}">
                <a16:creationId xmlns:a16="http://schemas.microsoft.com/office/drawing/2014/main" id="{759D7973-FD82-900F-0E72-77FFCF03F6E7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65443" y="6518103"/>
            <a:ext cx="203200" cy="190500"/>
          </a:xfrm>
          <a:prstGeom prst="rect">
            <a:avLst/>
          </a:prstGeom>
        </p:spPr>
      </p:pic>
      <p:cxnSp>
        <p:nvCxnSpPr>
          <p:cNvPr id="19" name="Gerade Verbindung 18">
            <a:extLst>
              <a:ext uri="{FF2B5EF4-FFF2-40B4-BE49-F238E27FC236}">
                <a16:creationId xmlns:a16="http://schemas.microsoft.com/office/drawing/2014/main" id="{176945EA-DE84-4EED-7844-BA32AF77C22A}"/>
              </a:ext>
            </a:extLst>
          </p:cNvPr>
          <p:cNvCxnSpPr>
            <a:cxnSpLocks/>
          </p:cNvCxnSpPr>
          <p:nvPr userDrawn="1"/>
        </p:nvCxnSpPr>
        <p:spPr>
          <a:xfrm>
            <a:off x="10434664" y="6356351"/>
            <a:ext cx="0" cy="50876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18">
            <a:extLst>
              <a:ext uri="{FF2B5EF4-FFF2-40B4-BE49-F238E27FC236}">
                <a16:creationId xmlns:a16="http://schemas.microsoft.com/office/drawing/2014/main" id="{D5F541F7-7732-27FE-CD71-B1B7EF2B711E}"/>
              </a:ext>
            </a:extLst>
          </p:cNvPr>
          <p:cNvCxnSpPr>
            <a:cxnSpLocks/>
          </p:cNvCxnSpPr>
          <p:nvPr userDrawn="1"/>
        </p:nvCxnSpPr>
        <p:spPr>
          <a:xfrm>
            <a:off x="2651951" y="6356351"/>
            <a:ext cx="0" cy="508764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12">
            <a:extLst>
              <a:ext uri="{FF2B5EF4-FFF2-40B4-BE49-F238E27FC236}">
                <a16:creationId xmlns:a16="http://schemas.microsoft.com/office/drawing/2014/main" id="{EAA1F2E8-F415-8CCD-4BC6-2E59AAEA7CD3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94458" y="6166222"/>
            <a:ext cx="1479490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673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6" r:id="rId1"/>
    <p:sldLayoutId id="2147483987" r:id="rId2"/>
    <p:sldLayoutId id="2147483988" r:id="rId3"/>
    <p:sldLayoutId id="2147483989" r:id="rId4"/>
    <p:sldLayoutId id="21474839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baseline="0">
          <a:solidFill>
            <a:srgbClr val="000100"/>
          </a:solidFill>
          <a:latin typeface="Franklin Gothic Demi" panose="020B06030201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000" kern="1200">
          <a:solidFill>
            <a:srgbClr val="526276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8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3A8DD9B-588C-A421-E610-A979CF181B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7032" y="5223997"/>
            <a:ext cx="10563418" cy="1169988"/>
          </a:xfrm>
        </p:spPr>
        <p:txBody>
          <a:bodyPr/>
          <a:lstStyle/>
          <a:p>
            <a:r>
              <a:rPr lang="de-DE"/>
              <a:t>Info Session</a:t>
            </a:r>
          </a:p>
          <a:p>
            <a:r>
              <a:rPr lang="de-DE"/>
              <a:t>16.01.2026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704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DA439EC5-9AB7-43A7-D0D5-0BE448C1F0B8}"/>
              </a:ext>
            </a:extLst>
          </p:cNvPr>
          <p:cNvSpPr/>
          <p:nvPr/>
        </p:nvSpPr>
        <p:spPr>
          <a:xfrm>
            <a:off x="7293864" y="2797082"/>
            <a:ext cx="1022000" cy="6858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63500" algn="ctr" rotWithShape="0">
              <a:prstClr val="black">
                <a:alpha val="5991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1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…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8A2D5EA0-E967-458C-C072-6485CA587A2D}"/>
              </a:ext>
            </a:extLst>
          </p:cNvPr>
          <p:cNvSpPr/>
          <p:nvPr/>
        </p:nvSpPr>
        <p:spPr>
          <a:xfrm>
            <a:off x="6386034" y="2636848"/>
            <a:ext cx="1216152" cy="6858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63500" algn="ctr" rotWithShape="0">
              <a:prstClr val="black">
                <a:alpha val="5991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1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Solution Leads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879A470E-CD1E-769E-EFAE-3FBE2F0E333E}"/>
              </a:ext>
            </a:extLst>
          </p:cNvPr>
          <p:cNvSpPr/>
          <p:nvPr/>
        </p:nvSpPr>
        <p:spPr>
          <a:xfrm>
            <a:off x="5295872" y="2454182"/>
            <a:ext cx="1216152" cy="6858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63500" algn="ctr" rotWithShape="0">
              <a:prstClr val="black">
                <a:alpha val="5991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1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Solution Leads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2DB3AB8-FD7A-E8E3-354C-5E745C19F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Future </a:t>
            </a:r>
            <a:r>
              <a:rPr lang="de-DE" err="1"/>
              <a:t>target</a:t>
            </a:r>
            <a:r>
              <a:rPr lang="de-DE"/>
              <a:t> organizational </a:t>
            </a:r>
            <a:r>
              <a:rPr lang="de-DE" err="1"/>
              <a:t>structure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err="1"/>
              <a:t>implemented</a:t>
            </a:r>
            <a:r>
              <a:rPr lang="de-DE"/>
              <a:t> 01.07.2027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95899910-CA31-A2EA-49EF-B5240F610F9B}"/>
              </a:ext>
            </a:extLst>
          </p:cNvPr>
          <p:cNvSpPr/>
          <p:nvPr/>
        </p:nvSpPr>
        <p:spPr>
          <a:xfrm>
            <a:off x="1155192" y="2203618"/>
            <a:ext cx="2880360" cy="3878005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63500" algn="ctr" rotWithShape="0">
              <a:prstClr val="black">
                <a:alpha val="5991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100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DA26CB1-8BBF-70E0-6736-06DBFABB2C3E}"/>
              </a:ext>
            </a:extLst>
          </p:cNvPr>
          <p:cNvSpPr txBox="1"/>
          <p:nvPr/>
        </p:nvSpPr>
        <p:spPr>
          <a:xfrm>
            <a:off x="2037588" y="2203619"/>
            <a:ext cx="1115568" cy="316379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80C800">
                    <a:lumMod val="50000"/>
                  </a:srgb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Consulting Practice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C1BF5279-2975-424E-FD9C-D155EFA15D68}"/>
              </a:ext>
            </a:extLst>
          </p:cNvPr>
          <p:cNvSpPr/>
          <p:nvPr/>
        </p:nvSpPr>
        <p:spPr>
          <a:xfrm>
            <a:off x="8510016" y="2203619"/>
            <a:ext cx="2880360" cy="3878004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63500" algn="ctr" rotWithShape="0">
              <a:prstClr val="black">
                <a:alpha val="5991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100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C450C19-D912-AEFB-0EBC-6291103B90A0}"/>
              </a:ext>
            </a:extLst>
          </p:cNvPr>
          <p:cNvSpPr txBox="1"/>
          <p:nvPr/>
        </p:nvSpPr>
        <p:spPr>
          <a:xfrm>
            <a:off x="9392412" y="2203619"/>
            <a:ext cx="1115568" cy="316379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80C800">
                    <a:lumMod val="50000"/>
                  </a:srgb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AMS Practice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570C11D3-5D8B-AE95-8B88-F39753A6658A}"/>
              </a:ext>
            </a:extLst>
          </p:cNvPr>
          <p:cNvSpPr/>
          <p:nvPr/>
        </p:nvSpPr>
        <p:spPr>
          <a:xfrm>
            <a:off x="4246598" y="2307052"/>
            <a:ext cx="1216152" cy="6858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63500" algn="ctr" rotWithShape="0">
              <a:prstClr val="black">
                <a:alpha val="5991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1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Solution Leads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D61CE915-1897-FFEA-90C3-2AEC0D87A6BB}"/>
              </a:ext>
            </a:extLst>
          </p:cNvPr>
          <p:cNvSpPr/>
          <p:nvPr/>
        </p:nvSpPr>
        <p:spPr>
          <a:xfrm>
            <a:off x="1008888" y="1572882"/>
            <a:ext cx="10490707" cy="432141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63500" algn="ctr" rotWithShape="0">
              <a:prstClr val="black">
                <a:alpha val="5991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1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Board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ECB4BC1-F1F5-26E0-C479-A3C9F9C0B8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719"/>
          <a:stretch>
            <a:fillRect/>
          </a:stretch>
        </p:blipFill>
        <p:spPr>
          <a:xfrm>
            <a:off x="1966722" y="3487808"/>
            <a:ext cx="1257300" cy="1109967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925F60DE-BB31-C868-AE8E-B567BD5F08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719"/>
          <a:stretch>
            <a:fillRect/>
          </a:stretch>
        </p:blipFill>
        <p:spPr>
          <a:xfrm>
            <a:off x="9339353" y="3487808"/>
            <a:ext cx="1257300" cy="1109967"/>
          </a:xfrm>
          <a:prstGeom prst="rect">
            <a:avLst/>
          </a:prstGeom>
        </p:spPr>
      </p:pic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69D8045C-EA31-3507-37EF-B2F6B5A4DC06}"/>
              </a:ext>
            </a:extLst>
          </p:cNvPr>
          <p:cNvSpPr/>
          <p:nvPr/>
        </p:nvSpPr>
        <p:spPr>
          <a:xfrm>
            <a:off x="4639908" y="5449824"/>
            <a:ext cx="3297936" cy="631799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63500" algn="ctr" rotWithShape="0">
              <a:prstClr val="black">
                <a:alpha val="5991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1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Industry Sales /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1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MarCom</a:t>
            </a: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100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1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Key Account (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1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tk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1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)</a:t>
            </a:r>
          </a:p>
        </p:txBody>
      </p: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CB55DE69-1845-A67B-F779-8DC868229DDD}"/>
              </a:ext>
            </a:extLst>
          </p:cNvPr>
          <p:cNvSpPr/>
          <p:nvPr/>
        </p:nvSpPr>
        <p:spPr>
          <a:xfrm>
            <a:off x="4639908" y="4778956"/>
            <a:ext cx="3297936" cy="432141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63500" algn="ctr" rotWithShape="0">
              <a:prstClr val="black">
                <a:alpha val="5991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1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Functions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1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(Finance / HR…)</a:t>
            </a:r>
          </a:p>
        </p:txBody>
      </p:sp>
    </p:spTree>
    <p:extLst>
      <p:ext uri="{BB962C8B-B14F-4D97-AF65-F5344CB8AC3E}">
        <p14:creationId xmlns:p14="http://schemas.microsoft.com/office/powerpoint/2010/main" val="4244135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9A1977-8733-27A0-DA8A-715CEFC28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Future </a:t>
            </a:r>
            <a:r>
              <a:rPr lang="de-DE" err="1"/>
              <a:t>main</a:t>
            </a:r>
            <a:r>
              <a:rPr lang="de-DE"/>
              <a:t> </a:t>
            </a:r>
            <a:r>
              <a:rPr lang="de-DE" err="1"/>
              <a:t>activities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locations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84A2FC3-248D-6502-6FCC-F56408225E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CC2ED20D-BDA4-4BAD-7380-678EB48DB05A}"/>
              </a:ext>
            </a:extLst>
          </p:cNvPr>
          <p:cNvGrpSpPr/>
          <p:nvPr/>
        </p:nvGrpSpPr>
        <p:grpSpPr>
          <a:xfrm>
            <a:off x="1297783" y="1853386"/>
            <a:ext cx="9596435" cy="4090214"/>
            <a:chOff x="1144585" y="1853386"/>
            <a:chExt cx="9596435" cy="4090214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21AA5880-6CFA-7077-0EE2-4B258C226B79}"/>
                </a:ext>
              </a:extLst>
            </p:cNvPr>
            <p:cNvSpPr/>
            <p:nvPr/>
          </p:nvSpPr>
          <p:spPr>
            <a:xfrm>
              <a:off x="4507702" y="1853386"/>
              <a:ext cx="2870201" cy="40902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  <a:effectLst>
              <a:outerShdw blurRad="63500" algn="ctr" rotWithShape="0">
                <a:prstClr val="black">
                  <a:alpha val="59912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de-DE" b="1">
                  <a:solidFill>
                    <a:srgbClr val="000100"/>
                  </a:solidFill>
                </a:rPr>
                <a:t>Slovenia</a:t>
              </a:r>
            </a:p>
            <a:p>
              <a:pPr algn="ctr"/>
              <a:endParaRPr lang="de-DE" b="1">
                <a:solidFill>
                  <a:srgbClr val="000100"/>
                </a:solidFill>
              </a:endParaRPr>
            </a:p>
            <a:p>
              <a:pPr algn="ctr"/>
              <a:r>
                <a:rPr lang="de-DE">
                  <a:solidFill>
                    <a:srgbClr val="000100"/>
                  </a:solidFill>
                </a:rPr>
                <a:t>Consulting Business</a:t>
              </a:r>
              <a:endParaRPr lang="en-US">
                <a:solidFill>
                  <a:srgbClr val="000100"/>
                </a:solidFill>
              </a:endParaRPr>
            </a:p>
            <a:p>
              <a:pPr algn="ctr"/>
              <a:endParaRPr lang="en-US">
                <a:solidFill>
                  <a:srgbClr val="000100"/>
                </a:solidFill>
              </a:endParaRP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CE50AEE4-D51B-327D-9E43-B1848205400B}"/>
                </a:ext>
              </a:extLst>
            </p:cNvPr>
            <p:cNvSpPr/>
            <p:nvPr/>
          </p:nvSpPr>
          <p:spPr>
            <a:xfrm>
              <a:off x="7870819" y="1853386"/>
              <a:ext cx="2870201" cy="40902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  <a:effectLst>
              <a:outerShdw blurRad="63500" algn="ctr" rotWithShape="0">
                <a:prstClr val="black">
                  <a:alpha val="59912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err="1">
                  <a:solidFill>
                    <a:srgbClr val="000100"/>
                  </a:solidFill>
                </a:rPr>
                <a:t>Poland</a:t>
              </a:r>
              <a:endParaRPr lang="de-DE" b="1">
                <a:solidFill>
                  <a:srgbClr val="000100"/>
                </a:solidFill>
              </a:endParaRPr>
            </a:p>
            <a:p>
              <a:pPr algn="ctr"/>
              <a:endParaRPr lang="de-DE" b="1">
                <a:solidFill>
                  <a:srgbClr val="000100"/>
                </a:solidFill>
              </a:endParaRPr>
            </a:p>
            <a:p>
              <a:pPr algn="ctr"/>
              <a:r>
                <a:rPr lang="de-DE">
                  <a:solidFill>
                    <a:srgbClr val="000100"/>
                  </a:solidFill>
                </a:rPr>
                <a:t>AMS &amp; Consulting Business</a:t>
              </a:r>
              <a:endParaRPr lang="en-US">
                <a:solidFill>
                  <a:srgbClr val="000100"/>
                </a:solidFill>
              </a:endParaRPr>
            </a:p>
            <a:p>
              <a:pPr algn="ctr"/>
              <a:endParaRPr lang="en-US">
                <a:solidFill>
                  <a:srgbClr val="000100"/>
                </a:solidFill>
              </a:endParaRP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99630E9E-E6A8-04D3-673D-8A6CCE8D83C3}"/>
                </a:ext>
              </a:extLst>
            </p:cNvPr>
            <p:cNvSpPr/>
            <p:nvPr/>
          </p:nvSpPr>
          <p:spPr>
            <a:xfrm>
              <a:off x="1144585" y="1853386"/>
              <a:ext cx="2870201" cy="40902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  <a:effectLst>
              <a:outerShdw blurRad="63500" algn="ctr" rotWithShape="0">
                <a:prstClr val="black">
                  <a:alpha val="59912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>
                  <a:solidFill>
                    <a:srgbClr val="000100"/>
                  </a:solidFill>
                </a:rPr>
                <a:t>Germany</a:t>
              </a:r>
            </a:p>
            <a:p>
              <a:pPr algn="ctr"/>
              <a:endParaRPr lang="de-DE" b="1">
                <a:solidFill>
                  <a:srgbClr val="000100"/>
                </a:solidFill>
              </a:endParaRPr>
            </a:p>
            <a:p>
              <a:pPr algn="ctr"/>
              <a:r>
                <a:rPr lang="de-DE">
                  <a:solidFill>
                    <a:srgbClr val="000100"/>
                  </a:solidFill>
                </a:rPr>
                <a:t>Consulting Business</a:t>
              </a:r>
              <a:endParaRPr lang="en-US">
                <a:solidFill>
                  <a:srgbClr val="000100"/>
                </a:solidFill>
              </a:endParaRPr>
            </a:p>
            <a:p>
              <a:pPr algn="ctr"/>
              <a:endParaRPr lang="en-US">
                <a:solidFill>
                  <a:srgbClr val="0001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9096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C8C25F-5F7D-35C4-3AC7-EDA84D583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Future organizational </a:t>
            </a:r>
            <a:r>
              <a:rPr lang="de-DE" err="1"/>
              <a:t>concept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5712001-8FC7-FD0A-0368-1D19FFE7F2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CBAE6FF6-074B-581E-F965-7268F158E112}"/>
              </a:ext>
            </a:extLst>
          </p:cNvPr>
          <p:cNvGrpSpPr/>
          <p:nvPr/>
        </p:nvGrpSpPr>
        <p:grpSpPr>
          <a:xfrm>
            <a:off x="2099599" y="1800225"/>
            <a:ext cx="7701625" cy="4347879"/>
            <a:chOff x="2099600" y="1800225"/>
            <a:chExt cx="6949150" cy="3946413"/>
          </a:xfrm>
        </p:grpSpPr>
        <p:sp>
          <p:nvSpPr>
            <p:cNvPr id="50" name="Rechteck 49">
              <a:extLst>
                <a:ext uri="{FF2B5EF4-FFF2-40B4-BE49-F238E27FC236}">
                  <a16:creationId xmlns:a16="http://schemas.microsoft.com/office/drawing/2014/main" id="{824B7856-34A7-E791-2D20-FD85A1DC74A9}"/>
                </a:ext>
              </a:extLst>
            </p:cNvPr>
            <p:cNvSpPr/>
            <p:nvPr/>
          </p:nvSpPr>
          <p:spPr>
            <a:xfrm>
              <a:off x="3019425" y="1800225"/>
              <a:ext cx="6029325" cy="175044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  <a:effectLst>
              <a:outerShdw blurRad="63500" algn="ctr" rotWithShape="0">
                <a:prstClr val="black">
                  <a:alpha val="59912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de-DE" sz="1400">
                  <a:solidFill>
                    <a:srgbClr val="000100"/>
                  </a:solidFill>
                </a:rPr>
                <a:t>Management Board</a:t>
              </a:r>
              <a:endParaRPr lang="en-US" sz="1400">
                <a:solidFill>
                  <a:srgbClr val="000100"/>
                </a:solidFill>
              </a:endParaRPr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648AF788-0988-D733-CC93-D85F6289D706}"/>
                </a:ext>
              </a:extLst>
            </p:cNvPr>
            <p:cNvSpPr/>
            <p:nvPr/>
          </p:nvSpPr>
          <p:spPr>
            <a:xfrm>
              <a:off x="4775144" y="3430010"/>
              <a:ext cx="163142" cy="1272514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272514"/>
                  </a:lnTo>
                  <a:lnTo>
                    <a:pt x="163142" y="1272514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E7E25BDA-5C76-0600-A3E3-456340137C6B}"/>
                </a:ext>
              </a:extLst>
            </p:cNvPr>
            <p:cNvSpPr/>
            <p:nvPr/>
          </p:nvSpPr>
          <p:spPr>
            <a:xfrm>
              <a:off x="4775144" y="3430010"/>
              <a:ext cx="163142" cy="500304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500304"/>
                  </a:lnTo>
                  <a:lnTo>
                    <a:pt x="163142" y="500304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5B9BD994-7039-FA32-69CD-3F7E2AE38314}"/>
                </a:ext>
              </a:extLst>
            </p:cNvPr>
            <p:cNvSpPr/>
            <p:nvPr/>
          </p:nvSpPr>
          <p:spPr>
            <a:xfrm>
              <a:off x="3459125" y="3430010"/>
              <a:ext cx="163142" cy="2044724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044724"/>
                  </a:lnTo>
                  <a:lnTo>
                    <a:pt x="163142" y="2044724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653C7F62-F17C-CF3B-E779-EB740ED0505F}"/>
                </a:ext>
              </a:extLst>
            </p:cNvPr>
            <p:cNvSpPr/>
            <p:nvPr/>
          </p:nvSpPr>
          <p:spPr>
            <a:xfrm>
              <a:off x="3459125" y="3430010"/>
              <a:ext cx="163142" cy="1272514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272514"/>
                  </a:lnTo>
                  <a:lnTo>
                    <a:pt x="163142" y="1272514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6FA59320-AFB7-76B3-DBD0-6A69F76C24FD}"/>
                </a:ext>
              </a:extLst>
            </p:cNvPr>
            <p:cNvSpPr/>
            <p:nvPr/>
          </p:nvSpPr>
          <p:spPr>
            <a:xfrm>
              <a:off x="3459125" y="3430010"/>
              <a:ext cx="163142" cy="500304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500304"/>
                  </a:lnTo>
                  <a:lnTo>
                    <a:pt x="163142" y="500304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FBA9684C-87A7-BC1C-6D52-A8B4A23551A5}"/>
                </a:ext>
              </a:extLst>
            </p:cNvPr>
            <p:cNvSpPr/>
            <p:nvPr/>
          </p:nvSpPr>
          <p:spPr>
            <a:xfrm>
              <a:off x="3902528" y="2113990"/>
              <a:ext cx="1299307" cy="543809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255" tIns="8255" rIns="8255" bIns="8255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300" kern="1200"/>
                <a:t>Executive </a:t>
              </a:r>
              <a:r>
                <a:rPr lang="de-DE" sz="1300" kern="1200" err="1"/>
                <a:t>Director</a:t>
              </a:r>
              <a:r>
                <a:rPr lang="de-DE" sz="1300" kern="1200"/>
                <a:t> </a:t>
              </a:r>
              <a:br>
                <a:rPr lang="de-DE" sz="1300" kern="1200"/>
              </a:br>
              <a:r>
                <a:rPr lang="de-DE" sz="1300" kern="1200"/>
                <a:t>Sales &amp; </a:t>
              </a:r>
              <a:r>
                <a:rPr lang="de-DE" sz="1300" kern="1200" err="1"/>
                <a:t>Operations</a:t>
              </a:r>
              <a:endParaRPr lang="en-US" sz="1300" kern="1200"/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F4360851-9DA5-CCB1-4EA9-018D3F60B34A}"/>
                </a:ext>
              </a:extLst>
            </p:cNvPr>
            <p:cNvSpPr/>
            <p:nvPr/>
          </p:nvSpPr>
          <p:spPr>
            <a:xfrm>
              <a:off x="2099600" y="3658409"/>
              <a:ext cx="1087619" cy="543809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255" tIns="8255" rIns="8255" bIns="8255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300" kern="1200"/>
                <a:t>Sales</a:t>
              </a:r>
              <a:endParaRPr lang="en-US" sz="1300" kern="1200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3B530EA3-EF1B-4B3D-2912-63DDDD235DC7}"/>
                </a:ext>
              </a:extLst>
            </p:cNvPr>
            <p:cNvSpPr/>
            <p:nvPr/>
          </p:nvSpPr>
          <p:spPr>
            <a:xfrm>
              <a:off x="3350363" y="2886200"/>
              <a:ext cx="1087619" cy="543809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255" tIns="8255" rIns="8255" bIns="8255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300" kern="1200"/>
                <a:t>Head </a:t>
              </a:r>
              <a:r>
                <a:rPr lang="de-DE" sz="1300" kern="1200" err="1"/>
                <a:t>of</a:t>
              </a:r>
              <a:r>
                <a:rPr lang="de-DE" sz="1300" kern="1200"/>
                <a:t> Consulting</a:t>
              </a:r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0D7FB45C-5AC4-4687-1F2D-6D56F8625BEF}"/>
                </a:ext>
              </a:extLst>
            </p:cNvPr>
            <p:cNvSpPr/>
            <p:nvPr/>
          </p:nvSpPr>
          <p:spPr>
            <a:xfrm>
              <a:off x="3622268" y="3658410"/>
              <a:ext cx="1087619" cy="543809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255" tIns="8255" rIns="8255" bIns="8255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300" kern="1200"/>
                <a:t>Chapter Leads</a:t>
              </a: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C69381E4-D37B-1AE5-EA06-08B8314D11C1}"/>
                </a:ext>
              </a:extLst>
            </p:cNvPr>
            <p:cNvSpPr/>
            <p:nvPr/>
          </p:nvSpPr>
          <p:spPr>
            <a:xfrm>
              <a:off x="3622268" y="4430619"/>
              <a:ext cx="1087619" cy="543809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255" tIns="8255" rIns="8255" bIns="8255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300" kern="1200"/>
                <a:t>Project Manager</a:t>
              </a:r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40BBD021-F118-39E7-8C27-0FEE01B97A7D}"/>
                </a:ext>
              </a:extLst>
            </p:cNvPr>
            <p:cNvSpPr/>
            <p:nvPr/>
          </p:nvSpPr>
          <p:spPr>
            <a:xfrm>
              <a:off x="3622268" y="5202829"/>
              <a:ext cx="1087619" cy="543809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255" tIns="8255" rIns="8255" bIns="8255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300" kern="1200"/>
                <a:t>Domain Lead</a:t>
              </a:r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853CB851-6057-0F8D-BC34-B62E17D62B3A}"/>
                </a:ext>
              </a:extLst>
            </p:cNvPr>
            <p:cNvSpPr/>
            <p:nvPr/>
          </p:nvSpPr>
          <p:spPr>
            <a:xfrm>
              <a:off x="4666382" y="2886200"/>
              <a:ext cx="1087619" cy="543809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255" tIns="8255" rIns="8255" bIns="8255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300" kern="1200"/>
                <a:t>Head </a:t>
              </a:r>
              <a:r>
                <a:rPr lang="de-DE" sz="1300" kern="1200" err="1"/>
                <a:t>of</a:t>
              </a:r>
              <a:r>
                <a:rPr lang="de-DE" sz="1300" kern="1200"/>
                <a:t> AMS</a:t>
              </a:r>
              <a:endParaRPr lang="en-US" sz="1300" kern="1200"/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0D2AAC09-B05E-D2BC-5A3A-5FDAAF6C2815}"/>
                </a:ext>
              </a:extLst>
            </p:cNvPr>
            <p:cNvSpPr/>
            <p:nvPr/>
          </p:nvSpPr>
          <p:spPr>
            <a:xfrm>
              <a:off x="4938287" y="3658410"/>
              <a:ext cx="1087619" cy="543809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255" tIns="8255" rIns="8255" bIns="8255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300" kern="1200"/>
                <a:t>Service </a:t>
              </a:r>
              <a:r>
                <a:rPr lang="de-DE" sz="1300" kern="1200" err="1"/>
                <a:t>Delivery</a:t>
              </a:r>
              <a:r>
                <a:rPr lang="de-DE" sz="1300" kern="1200"/>
                <a:t> Manager</a:t>
              </a:r>
              <a:endParaRPr lang="en-US" sz="1300" kern="1200"/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B9FEC339-4C45-CE1F-DFB3-5E378252F70E}"/>
                </a:ext>
              </a:extLst>
            </p:cNvPr>
            <p:cNvSpPr/>
            <p:nvPr/>
          </p:nvSpPr>
          <p:spPr>
            <a:xfrm>
              <a:off x="4938287" y="4430619"/>
              <a:ext cx="1087619" cy="543809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255" tIns="8255" rIns="8255" bIns="8255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300" kern="1200"/>
                <a:t>Transition Manager</a:t>
              </a:r>
              <a:endParaRPr lang="en-US" sz="1300" kern="1200"/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C0544386-7E4D-1704-F7EA-2AF06BB9AA52}"/>
                </a:ext>
              </a:extLst>
            </p:cNvPr>
            <p:cNvSpPr/>
            <p:nvPr/>
          </p:nvSpPr>
          <p:spPr>
            <a:xfrm>
              <a:off x="6579411" y="2100601"/>
              <a:ext cx="1299307" cy="543809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255" tIns="8255" rIns="8255" bIns="8255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300" kern="1200"/>
                <a:t>Executive </a:t>
              </a:r>
              <a:r>
                <a:rPr lang="de-DE" sz="1300" kern="1200" err="1"/>
                <a:t>Director</a:t>
              </a:r>
              <a:r>
                <a:rPr lang="de-DE" sz="1300" kern="1200"/>
                <a:t> Finance &amp; Legal</a:t>
              </a:r>
              <a:endParaRPr lang="en-US" sz="1300" kern="1200"/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C3C1B7FD-48C8-40ED-D231-21DEC4444E3D}"/>
                </a:ext>
              </a:extLst>
            </p:cNvPr>
            <p:cNvSpPr/>
            <p:nvPr/>
          </p:nvSpPr>
          <p:spPr>
            <a:xfrm>
              <a:off x="5982401" y="2886200"/>
              <a:ext cx="1087619" cy="543809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255" tIns="8255" rIns="8255" bIns="8255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300" kern="1200"/>
                <a:t>Head </a:t>
              </a:r>
              <a:r>
                <a:rPr lang="de-DE" sz="1300" kern="1200" err="1"/>
                <a:t>of</a:t>
              </a:r>
              <a:r>
                <a:rPr lang="de-DE" sz="1300" kern="1200"/>
                <a:t> Controlling</a:t>
              </a:r>
              <a:endParaRPr lang="en-US" sz="1300" kern="1200"/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A5B16EB7-CC81-F0EB-983B-A8C1EB2BBC7D}"/>
                </a:ext>
              </a:extLst>
            </p:cNvPr>
            <p:cNvSpPr/>
            <p:nvPr/>
          </p:nvSpPr>
          <p:spPr>
            <a:xfrm>
              <a:off x="7707994" y="2886200"/>
              <a:ext cx="1087619" cy="543809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255" tIns="8255" rIns="8255" bIns="8255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300" kern="1200"/>
                <a:t>Head </a:t>
              </a:r>
              <a:r>
                <a:rPr lang="de-DE" sz="1300" kern="1200" err="1"/>
                <a:t>of</a:t>
              </a:r>
              <a:r>
                <a:rPr lang="de-DE" sz="1300" kern="1200"/>
                <a:t> HR</a:t>
              </a:r>
              <a:endParaRPr lang="en-US" sz="1300" kern="1200"/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63663647-E31D-B29D-859D-28CC6E335ECD}"/>
                </a:ext>
              </a:extLst>
            </p:cNvPr>
            <p:cNvSpPr/>
            <p:nvPr/>
          </p:nvSpPr>
          <p:spPr>
            <a:xfrm>
              <a:off x="7707995" y="3779066"/>
              <a:ext cx="1087619" cy="543809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255" tIns="8255" rIns="8255" bIns="8255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300" kern="1200"/>
                <a:t>Solution Leads</a:t>
              </a:r>
              <a:endParaRPr lang="en-US" sz="1300" kern="1200"/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C3264DD2-DD68-F151-3643-62868E6DBCDE}"/>
                </a:ext>
              </a:extLst>
            </p:cNvPr>
            <p:cNvSpPr/>
            <p:nvPr/>
          </p:nvSpPr>
          <p:spPr>
            <a:xfrm>
              <a:off x="7707993" y="4659020"/>
              <a:ext cx="1087619" cy="543809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255" tIns="8255" rIns="8255" bIns="8255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300" kern="1200"/>
                <a:t>Country Managing </a:t>
              </a:r>
              <a:r>
                <a:rPr lang="de-DE" sz="1300" kern="1200" err="1"/>
                <a:t>Directors</a:t>
              </a:r>
              <a:endParaRPr lang="en-US" sz="1300" kern="1200"/>
            </a:p>
          </p:txBody>
        </p:sp>
        <p:cxnSp>
          <p:nvCxnSpPr>
            <p:cNvPr id="35" name="Verbinder: gewinkelt 34">
              <a:extLst>
                <a:ext uri="{FF2B5EF4-FFF2-40B4-BE49-F238E27FC236}">
                  <a16:creationId xmlns:a16="http://schemas.microsoft.com/office/drawing/2014/main" id="{75F5A58E-2975-B0E5-E90B-26A2E3122416}"/>
                </a:ext>
              </a:extLst>
            </p:cNvPr>
            <p:cNvCxnSpPr>
              <a:cxnSpLocks/>
              <a:stCxn id="27" idx="2"/>
              <a:endCxn id="28" idx="0"/>
            </p:cNvCxnSpPr>
            <p:nvPr/>
          </p:nvCxnSpPr>
          <p:spPr>
            <a:xfrm rot="5400000">
              <a:off x="6756742" y="2413879"/>
              <a:ext cx="241791" cy="702854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Verbinder: gewinkelt 36">
              <a:extLst>
                <a:ext uri="{FF2B5EF4-FFF2-40B4-BE49-F238E27FC236}">
                  <a16:creationId xmlns:a16="http://schemas.microsoft.com/office/drawing/2014/main" id="{83AB0AC5-E9D6-D9AF-B84B-51FC9FEE0000}"/>
                </a:ext>
              </a:extLst>
            </p:cNvPr>
            <p:cNvCxnSpPr>
              <a:cxnSpLocks/>
              <a:stCxn id="27" idx="2"/>
              <a:endCxn id="29" idx="0"/>
            </p:cNvCxnSpPr>
            <p:nvPr/>
          </p:nvCxnSpPr>
          <p:spPr>
            <a:xfrm rot="16200000" flipH="1">
              <a:off x="7619538" y="2253935"/>
              <a:ext cx="241791" cy="1022740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Verbinder: gewinkelt 38">
              <a:extLst>
                <a:ext uri="{FF2B5EF4-FFF2-40B4-BE49-F238E27FC236}">
                  <a16:creationId xmlns:a16="http://schemas.microsoft.com/office/drawing/2014/main" id="{43E4216B-B181-70A0-6141-838C8ED6D9A6}"/>
                </a:ext>
              </a:extLst>
            </p:cNvPr>
            <p:cNvCxnSpPr>
              <a:cxnSpLocks/>
              <a:stCxn id="27" idx="2"/>
              <a:endCxn id="30" idx="1"/>
            </p:cNvCxnSpPr>
            <p:nvPr/>
          </p:nvCxnSpPr>
          <p:spPr>
            <a:xfrm rot="16200000" flipH="1">
              <a:off x="6765249" y="3108224"/>
              <a:ext cx="1406561" cy="478931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Verbinder: gewinkelt 44">
              <a:extLst>
                <a:ext uri="{FF2B5EF4-FFF2-40B4-BE49-F238E27FC236}">
                  <a16:creationId xmlns:a16="http://schemas.microsoft.com/office/drawing/2014/main" id="{C7549FB6-5451-17DE-8E0A-C35097899E1A}"/>
                </a:ext>
              </a:extLst>
            </p:cNvPr>
            <p:cNvCxnSpPr>
              <a:cxnSpLocks/>
              <a:stCxn id="19" idx="0"/>
              <a:endCxn id="18" idx="2"/>
            </p:cNvCxnSpPr>
            <p:nvPr/>
          </p:nvCxnSpPr>
          <p:spPr>
            <a:xfrm rot="5400000" flipH="1" flipV="1">
              <a:off x="3097491" y="2203718"/>
              <a:ext cx="1000611" cy="1908772"/>
            </a:xfrm>
            <a:prstGeom prst="bentConnector3">
              <a:avLst>
                <a:gd name="adj1" fmla="val 88449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Verbinder: gewinkelt 51">
              <a:extLst>
                <a:ext uri="{FF2B5EF4-FFF2-40B4-BE49-F238E27FC236}">
                  <a16:creationId xmlns:a16="http://schemas.microsoft.com/office/drawing/2014/main" id="{9E2C5CA5-571A-298F-0AEF-2BA001B784BF}"/>
                </a:ext>
              </a:extLst>
            </p:cNvPr>
            <p:cNvCxnSpPr>
              <a:cxnSpLocks/>
              <a:stCxn id="20" idx="0"/>
              <a:endCxn id="18" idx="2"/>
            </p:cNvCxnSpPr>
            <p:nvPr/>
          </p:nvCxnSpPr>
          <p:spPr>
            <a:xfrm rot="5400000" flipH="1" flipV="1">
              <a:off x="4108976" y="2442996"/>
              <a:ext cx="228402" cy="658010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Verbinder: gewinkelt 54">
              <a:extLst>
                <a:ext uri="{FF2B5EF4-FFF2-40B4-BE49-F238E27FC236}">
                  <a16:creationId xmlns:a16="http://schemas.microsoft.com/office/drawing/2014/main" id="{1FA30DFE-1658-BDC2-86A9-D2021243FF3D}"/>
                </a:ext>
              </a:extLst>
            </p:cNvPr>
            <p:cNvCxnSpPr>
              <a:cxnSpLocks/>
              <a:stCxn id="24" idx="0"/>
              <a:endCxn id="18" idx="2"/>
            </p:cNvCxnSpPr>
            <p:nvPr/>
          </p:nvCxnSpPr>
          <p:spPr>
            <a:xfrm rot="16200000" flipV="1">
              <a:off x="4766987" y="2442995"/>
              <a:ext cx="228402" cy="658010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5" name="Verbinder: gewinkelt 64">
            <a:extLst>
              <a:ext uri="{FF2B5EF4-FFF2-40B4-BE49-F238E27FC236}">
                <a16:creationId xmlns:a16="http://schemas.microsoft.com/office/drawing/2014/main" id="{AE165ED6-0183-8F81-7FA1-2F089E2DF446}"/>
              </a:ext>
            </a:extLst>
          </p:cNvPr>
          <p:cNvCxnSpPr>
            <a:cxnSpLocks/>
            <a:endCxn id="31" idx="1"/>
          </p:cNvCxnSpPr>
          <p:nvPr/>
        </p:nvCxnSpPr>
        <p:spPr>
          <a:xfrm rot="16200000" flipH="1">
            <a:off x="6900077" y="3834198"/>
            <a:ext cx="1520671" cy="1309748"/>
          </a:xfrm>
          <a:prstGeom prst="bentConnector2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5499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66DA7-0A5B-BFD1-EFAD-E7553FA3D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9CD09E-D405-6C51-C9B7-565CB243F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Roles</a:t>
            </a:r>
            <a:r>
              <a:rPr lang="de-DE"/>
              <a:t> in </a:t>
            </a:r>
            <a:r>
              <a:rPr lang="de-DE" err="1"/>
              <a:t>future</a:t>
            </a:r>
            <a:r>
              <a:rPr lang="de-DE"/>
              <a:t> </a:t>
            </a:r>
            <a:r>
              <a:rPr lang="de-DE" err="1"/>
              <a:t>target</a:t>
            </a:r>
            <a:r>
              <a:rPr lang="de-DE"/>
              <a:t> </a:t>
            </a:r>
            <a:r>
              <a:rPr lang="de-DE" err="1"/>
              <a:t>organization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291B5B-8236-7707-514C-32F781E389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/>
              <a:t>Management Board (1/2)</a:t>
            </a:r>
            <a:endParaRPr lang="en-US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F38BD290-CCA8-A142-0855-0F9FCC6546F1}"/>
              </a:ext>
            </a:extLst>
          </p:cNvPr>
          <p:cNvGrpSpPr/>
          <p:nvPr/>
        </p:nvGrpSpPr>
        <p:grpSpPr>
          <a:xfrm>
            <a:off x="682624" y="1832793"/>
            <a:ext cx="10816971" cy="4411615"/>
            <a:chOff x="682624" y="1736489"/>
            <a:chExt cx="10816971" cy="4411615"/>
          </a:xfrm>
        </p:grpSpPr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50E74E2B-6317-FD7F-1F10-02BA79A9FAA6}"/>
                </a:ext>
              </a:extLst>
            </p:cNvPr>
            <p:cNvSpPr/>
            <p:nvPr/>
          </p:nvSpPr>
          <p:spPr>
            <a:xfrm>
              <a:off x="2565401" y="1736489"/>
              <a:ext cx="8934194" cy="1063040"/>
            </a:xfrm>
            <a:custGeom>
              <a:avLst/>
              <a:gdLst>
                <a:gd name="csX0" fmla="*/ 141741 w 850431"/>
                <a:gd name="csY0" fmla="*/ 0 h 6922861"/>
                <a:gd name="csX1" fmla="*/ 708690 w 850431"/>
                <a:gd name="csY1" fmla="*/ 0 h 6922861"/>
                <a:gd name="csX2" fmla="*/ 850431 w 850431"/>
                <a:gd name="csY2" fmla="*/ 141741 h 6922861"/>
                <a:gd name="csX3" fmla="*/ 850431 w 850431"/>
                <a:gd name="csY3" fmla="*/ 6922861 h 6922861"/>
                <a:gd name="csX4" fmla="*/ 850431 w 850431"/>
                <a:gd name="csY4" fmla="*/ 6922861 h 6922861"/>
                <a:gd name="csX5" fmla="*/ 0 w 850431"/>
                <a:gd name="csY5" fmla="*/ 6922861 h 6922861"/>
                <a:gd name="csX6" fmla="*/ 0 w 850431"/>
                <a:gd name="csY6" fmla="*/ 6922861 h 6922861"/>
                <a:gd name="csX7" fmla="*/ 0 w 850431"/>
                <a:gd name="csY7" fmla="*/ 141741 h 6922861"/>
                <a:gd name="csX8" fmla="*/ 141741 w 850431"/>
                <a:gd name="csY8" fmla="*/ 0 h 6922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50431" h="6922861">
                  <a:moveTo>
                    <a:pt x="850431" y="1153833"/>
                  </a:moveTo>
                  <a:lnTo>
                    <a:pt x="850431" y="5769028"/>
                  </a:lnTo>
                  <a:cubicBezTo>
                    <a:pt x="850431" y="6406267"/>
                    <a:pt x="842635" y="6922857"/>
                    <a:pt x="833019" y="6922857"/>
                  </a:cubicBezTo>
                  <a:lnTo>
                    <a:pt x="0" y="6922857"/>
                  </a:lnTo>
                  <a:lnTo>
                    <a:pt x="0" y="6922857"/>
                  </a:lnTo>
                  <a:lnTo>
                    <a:pt x="0" y="4"/>
                  </a:lnTo>
                  <a:lnTo>
                    <a:pt x="0" y="4"/>
                  </a:lnTo>
                  <a:lnTo>
                    <a:pt x="833019" y="4"/>
                  </a:lnTo>
                  <a:cubicBezTo>
                    <a:pt x="842635" y="4"/>
                    <a:pt x="850431" y="516594"/>
                    <a:pt x="850431" y="1153833"/>
                  </a:cubicBezTo>
                  <a:close/>
                </a:path>
              </a:pathLst>
            </a:custGeom>
          </p:spPr>
          <p:style>
            <a:lnRef idx="2">
              <a:schemeClr val="accent2"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65339" rIns="289164" bIns="165341" numCol="1" spcCol="1270" anchor="ctr" anchorCtr="0">
              <a:noAutofit/>
            </a:bodyPr>
            <a:lstStyle/>
            <a:p>
              <a:pPr marL="171450" lvl="1" indent="-171450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r>
                <a:rPr lang="en-US" sz="1600">
                  <a:ea typeface="+mn-lt"/>
                  <a:cs typeface="+mn-lt"/>
                </a:rPr>
                <a:t>Overall P&amp;L and strategy</a:t>
              </a:r>
              <a:endParaRPr lang="en-US" sz="1600"/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/>
                <a:t>Responsible for Sales &amp; Operation</a:t>
              </a:r>
              <a:endParaRPr lang="en-US"/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/>
                <a:t>Serves as the commercial and delivery escalation authority</a:t>
              </a:r>
            </a:p>
          </p:txBody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C668745B-E259-EE65-B8AE-B69B89F163B9}"/>
                </a:ext>
              </a:extLst>
            </p:cNvPr>
            <p:cNvSpPr/>
            <p:nvPr/>
          </p:nvSpPr>
          <p:spPr>
            <a:xfrm>
              <a:off x="682624" y="1736490"/>
              <a:ext cx="1998633" cy="1063039"/>
            </a:xfrm>
            <a:custGeom>
              <a:avLst/>
              <a:gdLst>
                <a:gd name="csX0" fmla="*/ 0 w 3894109"/>
                <a:gd name="csY0" fmla="*/ 177177 h 1063039"/>
                <a:gd name="csX1" fmla="*/ 177177 w 3894109"/>
                <a:gd name="csY1" fmla="*/ 0 h 1063039"/>
                <a:gd name="csX2" fmla="*/ 3716932 w 3894109"/>
                <a:gd name="csY2" fmla="*/ 0 h 1063039"/>
                <a:gd name="csX3" fmla="*/ 3894109 w 3894109"/>
                <a:gd name="csY3" fmla="*/ 177177 h 1063039"/>
                <a:gd name="csX4" fmla="*/ 3894109 w 3894109"/>
                <a:gd name="csY4" fmla="*/ 885862 h 1063039"/>
                <a:gd name="csX5" fmla="*/ 3716932 w 3894109"/>
                <a:gd name="csY5" fmla="*/ 1063039 h 1063039"/>
                <a:gd name="csX6" fmla="*/ 177177 w 3894109"/>
                <a:gd name="csY6" fmla="*/ 1063039 h 1063039"/>
                <a:gd name="csX7" fmla="*/ 0 w 3894109"/>
                <a:gd name="csY7" fmla="*/ 885862 h 1063039"/>
                <a:gd name="csX8" fmla="*/ 0 w 3894109"/>
                <a:gd name="csY8" fmla="*/ 177177 h 10630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894109" h="1063039">
                  <a:moveTo>
                    <a:pt x="0" y="177177"/>
                  </a:moveTo>
                  <a:cubicBezTo>
                    <a:pt x="0" y="79325"/>
                    <a:pt x="79325" y="0"/>
                    <a:pt x="177177" y="0"/>
                  </a:cubicBezTo>
                  <a:lnTo>
                    <a:pt x="3716932" y="0"/>
                  </a:lnTo>
                  <a:cubicBezTo>
                    <a:pt x="3814784" y="0"/>
                    <a:pt x="3894109" y="79325"/>
                    <a:pt x="3894109" y="177177"/>
                  </a:cubicBezTo>
                  <a:lnTo>
                    <a:pt x="3894109" y="885862"/>
                  </a:lnTo>
                  <a:cubicBezTo>
                    <a:pt x="3894109" y="983714"/>
                    <a:pt x="3814784" y="1063039"/>
                    <a:pt x="3716932" y="1063039"/>
                  </a:cubicBezTo>
                  <a:lnTo>
                    <a:pt x="177177" y="1063039"/>
                  </a:lnTo>
                  <a:cubicBezTo>
                    <a:pt x="79325" y="1063039"/>
                    <a:pt x="0" y="983714"/>
                    <a:pt x="0" y="885862"/>
                  </a:cubicBezTo>
                  <a:lnTo>
                    <a:pt x="0" y="177177"/>
                  </a:lnTo>
                  <a:close/>
                </a:path>
              </a:pathLst>
            </a:custGeom>
            <a:solidFill>
              <a:schemeClr val="accent6"/>
            </a:solidFill>
          </p:spPr>
          <p:style>
            <a:lnRef idx="2">
              <a:schemeClr val="accent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0953" tIns="101423" rIns="150953" bIns="101423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/>
                <a:t>Executive Director </a:t>
              </a:r>
              <a:br>
                <a:rPr lang="en-US" sz="1600" kern="1200"/>
              </a:br>
              <a:r>
                <a:rPr lang="en-US" sz="1600" kern="1200"/>
                <a:t>Sales &amp; Operations </a:t>
              </a:r>
              <a:br>
                <a:rPr lang="en-US" sz="1600" kern="1200"/>
              </a:br>
              <a:r>
                <a:rPr lang="en-US" sz="1600" kern="1200"/>
                <a:t>(ED S&amp;O)</a:t>
              </a:r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DC9E63E1-17ED-559B-4F01-F79F3BB3B5AC}"/>
                </a:ext>
              </a:extLst>
            </p:cNvPr>
            <p:cNvSpPr/>
            <p:nvPr/>
          </p:nvSpPr>
          <p:spPr>
            <a:xfrm>
              <a:off x="2565401" y="2852681"/>
              <a:ext cx="8934194" cy="1063040"/>
            </a:xfrm>
            <a:custGeom>
              <a:avLst/>
              <a:gdLst>
                <a:gd name="csX0" fmla="*/ 141741 w 850431"/>
                <a:gd name="csY0" fmla="*/ 0 h 6922861"/>
                <a:gd name="csX1" fmla="*/ 708690 w 850431"/>
                <a:gd name="csY1" fmla="*/ 0 h 6922861"/>
                <a:gd name="csX2" fmla="*/ 850431 w 850431"/>
                <a:gd name="csY2" fmla="*/ 141741 h 6922861"/>
                <a:gd name="csX3" fmla="*/ 850431 w 850431"/>
                <a:gd name="csY3" fmla="*/ 6922861 h 6922861"/>
                <a:gd name="csX4" fmla="*/ 850431 w 850431"/>
                <a:gd name="csY4" fmla="*/ 6922861 h 6922861"/>
                <a:gd name="csX5" fmla="*/ 0 w 850431"/>
                <a:gd name="csY5" fmla="*/ 6922861 h 6922861"/>
                <a:gd name="csX6" fmla="*/ 0 w 850431"/>
                <a:gd name="csY6" fmla="*/ 6922861 h 6922861"/>
                <a:gd name="csX7" fmla="*/ 0 w 850431"/>
                <a:gd name="csY7" fmla="*/ 141741 h 6922861"/>
                <a:gd name="csX8" fmla="*/ 141741 w 850431"/>
                <a:gd name="csY8" fmla="*/ 0 h 6922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50431" h="6922861">
                  <a:moveTo>
                    <a:pt x="850431" y="1153833"/>
                  </a:moveTo>
                  <a:lnTo>
                    <a:pt x="850431" y="5769028"/>
                  </a:lnTo>
                  <a:cubicBezTo>
                    <a:pt x="850431" y="6406267"/>
                    <a:pt x="842635" y="6922857"/>
                    <a:pt x="833019" y="6922857"/>
                  </a:cubicBezTo>
                  <a:lnTo>
                    <a:pt x="0" y="6922857"/>
                  </a:lnTo>
                  <a:lnTo>
                    <a:pt x="0" y="6922857"/>
                  </a:lnTo>
                  <a:lnTo>
                    <a:pt x="0" y="4"/>
                  </a:lnTo>
                  <a:lnTo>
                    <a:pt x="0" y="4"/>
                  </a:lnTo>
                  <a:lnTo>
                    <a:pt x="833019" y="4"/>
                  </a:lnTo>
                  <a:cubicBezTo>
                    <a:pt x="842635" y="4"/>
                    <a:pt x="850431" y="516594"/>
                    <a:pt x="850431" y="1153833"/>
                  </a:cubicBezTo>
                  <a:close/>
                </a:path>
              </a:pathLst>
            </a:custGeom>
          </p:spPr>
          <p:style>
            <a:lnRef idx="2">
              <a:schemeClr val="accent2"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65339" rIns="289164" bIns="165341" numCol="1" spcCol="1270" anchor="ctr" anchorCtr="0">
              <a:noAutofit/>
            </a:bodyPr>
            <a:lstStyle/>
            <a:p>
              <a:pPr marL="171450" lvl="1" indent="-171450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r>
                <a:rPr lang="en-US" sz="1600">
                  <a:ea typeface="+mn-lt"/>
                  <a:cs typeface="+mn-lt"/>
                </a:rPr>
                <a:t>Overall P&amp;L and strategy</a:t>
              </a:r>
              <a:endParaRPr lang="en-US" sz="1600"/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/>
                <a:t>Acts as the final authority for all legal, compliance, and financial-governance matters</a:t>
              </a: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/>
                <a:t>Accountable for budgeting, controlling, and forecast accuracy</a:t>
              </a: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/>
                <a:t>Oversees critical certifications such as TISAX and ISO 27001</a:t>
              </a:r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15D86225-414A-C9CB-938A-6497CB65507D}"/>
                </a:ext>
              </a:extLst>
            </p:cNvPr>
            <p:cNvSpPr/>
            <p:nvPr/>
          </p:nvSpPr>
          <p:spPr>
            <a:xfrm>
              <a:off x="682624" y="2852682"/>
              <a:ext cx="1998633" cy="1063039"/>
            </a:xfrm>
            <a:custGeom>
              <a:avLst/>
              <a:gdLst>
                <a:gd name="csX0" fmla="*/ 0 w 3894109"/>
                <a:gd name="csY0" fmla="*/ 177177 h 1063039"/>
                <a:gd name="csX1" fmla="*/ 177177 w 3894109"/>
                <a:gd name="csY1" fmla="*/ 0 h 1063039"/>
                <a:gd name="csX2" fmla="*/ 3716932 w 3894109"/>
                <a:gd name="csY2" fmla="*/ 0 h 1063039"/>
                <a:gd name="csX3" fmla="*/ 3894109 w 3894109"/>
                <a:gd name="csY3" fmla="*/ 177177 h 1063039"/>
                <a:gd name="csX4" fmla="*/ 3894109 w 3894109"/>
                <a:gd name="csY4" fmla="*/ 885862 h 1063039"/>
                <a:gd name="csX5" fmla="*/ 3716932 w 3894109"/>
                <a:gd name="csY5" fmla="*/ 1063039 h 1063039"/>
                <a:gd name="csX6" fmla="*/ 177177 w 3894109"/>
                <a:gd name="csY6" fmla="*/ 1063039 h 1063039"/>
                <a:gd name="csX7" fmla="*/ 0 w 3894109"/>
                <a:gd name="csY7" fmla="*/ 885862 h 1063039"/>
                <a:gd name="csX8" fmla="*/ 0 w 3894109"/>
                <a:gd name="csY8" fmla="*/ 177177 h 10630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894109" h="1063039">
                  <a:moveTo>
                    <a:pt x="0" y="177177"/>
                  </a:moveTo>
                  <a:cubicBezTo>
                    <a:pt x="0" y="79325"/>
                    <a:pt x="79325" y="0"/>
                    <a:pt x="177177" y="0"/>
                  </a:cubicBezTo>
                  <a:lnTo>
                    <a:pt x="3716932" y="0"/>
                  </a:lnTo>
                  <a:cubicBezTo>
                    <a:pt x="3814784" y="0"/>
                    <a:pt x="3894109" y="79325"/>
                    <a:pt x="3894109" y="177177"/>
                  </a:cubicBezTo>
                  <a:lnTo>
                    <a:pt x="3894109" y="885862"/>
                  </a:lnTo>
                  <a:cubicBezTo>
                    <a:pt x="3894109" y="983714"/>
                    <a:pt x="3814784" y="1063039"/>
                    <a:pt x="3716932" y="1063039"/>
                  </a:cubicBezTo>
                  <a:lnTo>
                    <a:pt x="177177" y="1063039"/>
                  </a:lnTo>
                  <a:cubicBezTo>
                    <a:pt x="79325" y="1063039"/>
                    <a:pt x="0" y="983714"/>
                    <a:pt x="0" y="885862"/>
                  </a:cubicBezTo>
                  <a:lnTo>
                    <a:pt x="0" y="177177"/>
                  </a:lnTo>
                  <a:close/>
                </a:path>
              </a:pathLst>
            </a:custGeom>
            <a:solidFill>
              <a:schemeClr val="accent6"/>
            </a:solidFill>
          </p:spPr>
          <p:style>
            <a:lnRef idx="2">
              <a:schemeClr val="accent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0953" tIns="101423" rIns="150953" bIns="101423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/>
                <a:t>Executive Director </a:t>
              </a:r>
              <a:br>
                <a:rPr lang="en-US" sz="1600" kern="1200"/>
              </a:br>
              <a:r>
                <a:rPr lang="en-US" sz="1600" kern="1200"/>
                <a:t>Finance &amp; Legal </a:t>
              </a:r>
              <a:br>
                <a:rPr lang="en-US" sz="1600" kern="1200"/>
              </a:br>
              <a:r>
                <a:rPr lang="en-US" sz="1600" kern="1200"/>
                <a:t>(ED F&amp;L)</a:t>
              </a:r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06442EC7-2010-639C-5B9E-B782CC1F1818}"/>
                </a:ext>
              </a:extLst>
            </p:cNvPr>
            <p:cNvSpPr/>
            <p:nvPr/>
          </p:nvSpPr>
          <p:spPr>
            <a:xfrm>
              <a:off x="2565401" y="3968873"/>
              <a:ext cx="8934194" cy="1063040"/>
            </a:xfrm>
            <a:custGeom>
              <a:avLst/>
              <a:gdLst>
                <a:gd name="csX0" fmla="*/ 141741 w 850431"/>
                <a:gd name="csY0" fmla="*/ 0 h 6922861"/>
                <a:gd name="csX1" fmla="*/ 708690 w 850431"/>
                <a:gd name="csY1" fmla="*/ 0 h 6922861"/>
                <a:gd name="csX2" fmla="*/ 850431 w 850431"/>
                <a:gd name="csY2" fmla="*/ 141741 h 6922861"/>
                <a:gd name="csX3" fmla="*/ 850431 w 850431"/>
                <a:gd name="csY3" fmla="*/ 6922861 h 6922861"/>
                <a:gd name="csX4" fmla="*/ 850431 w 850431"/>
                <a:gd name="csY4" fmla="*/ 6922861 h 6922861"/>
                <a:gd name="csX5" fmla="*/ 0 w 850431"/>
                <a:gd name="csY5" fmla="*/ 6922861 h 6922861"/>
                <a:gd name="csX6" fmla="*/ 0 w 850431"/>
                <a:gd name="csY6" fmla="*/ 6922861 h 6922861"/>
                <a:gd name="csX7" fmla="*/ 0 w 850431"/>
                <a:gd name="csY7" fmla="*/ 141741 h 6922861"/>
                <a:gd name="csX8" fmla="*/ 141741 w 850431"/>
                <a:gd name="csY8" fmla="*/ 0 h 6922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50431" h="6922861">
                  <a:moveTo>
                    <a:pt x="850431" y="1153833"/>
                  </a:moveTo>
                  <a:lnTo>
                    <a:pt x="850431" y="5769028"/>
                  </a:lnTo>
                  <a:cubicBezTo>
                    <a:pt x="850431" y="6406267"/>
                    <a:pt x="842635" y="6922857"/>
                    <a:pt x="833019" y="6922857"/>
                  </a:cubicBezTo>
                  <a:lnTo>
                    <a:pt x="0" y="6922857"/>
                  </a:lnTo>
                  <a:lnTo>
                    <a:pt x="0" y="6922857"/>
                  </a:lnTo>
                  <a:lnTo>
                    <a:pt x="0" y="4"/>
                  </a:lnTo>
                  <a:lnTo>
                    <a:pt x="0" y="4"/>
                  </a:lnTo>
                  <a:lnTo>
                    <a:pt x="833019" y="4"/>
                  </a:lnTo>
                  <a:cubicBezTo>
                    <a:pt x="842635" y="4"/>
                    <a:pt x="850431" y="516594"/>
                    <a:pt x="850431" y="1153833"/>
                  </a:cubicBezTo>
                  <a:close/>
                </a:path>
              </a:pathLst>
            </a:custGeom>
          </p:spPr>
          <p:style>
            <a:lnRef idx="2">
              <a:schemeClr val="accent2"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65339" rIns="289164" bIns="165341" numCol="1" spcCol="1270" anchor="ctr" anchorCtr="0">
              <a:noAutofit/>
            </a:bodyPr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/>
                <a:t>Owns the delivery quality, methodology, and utilization of the consulting practice</a:t>
              </a: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/>
                <a:t>Handles disciplinary leadership for Chapter Leads and manages project escalations</a:t>
              </a:r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FBD476CF-9094-B948-35E3-312A9BD0F6B4}"/>
                </a:ext>
              </a:extLst>
            </p:cNvPr>
            <p:cNvSpPr/>
            <p:nvPr/>
          </p:nvSpPr>
          <p:spPr>
            <a:xfrm>
              <a:off x="682624" y="3968873"/>
              <a:ext cx="1998633" cy="1063039"/>
            </a:xfrm>
            <a:custGeom>
              <a:avLst/>
              <a:gdLst>
                <a:gd name="csX0" fmla="*/ 0 w 3894109"/>
                <a:gd name="csY0" fmla="*/ 177177 h 1063039"/>
                <a:gd name="csX1" fmla="*/ 177177 w 3894109"/>
                <a:gd name="csY1" fmla="*/ 0 h 1063039"/>
                <a:gd name="csX2" fmla="*/ 3716932 w 3894109"/>
                <a:gd name="csY2" fmla="*/ 0 h 1063039"/>
                <a:gd name="csX3" fmla="*/ 3894109 w 3894109"/>
                <a:gd name="csY3" fmla="*/ 177177 h 1063039"/>
                <a:gd name="csX4" fmla="*/ 3894109 w 3894109"/>
                <a:gd name="csY4" fmla="*/ 885862 h 1063039"/>
                <a:gd name="csX5" fmla="*/ 3716932 w 3894109"/>
                <a:gd name="csY5" fmla="*/ 1063039 h 1063039"/>
                <a:gd name="csX6" fmla="*/ 177177 w 3894109"/>
                <a:gd name="csY6" fmla="*/ 1063039 h 1063039"/>
                <a:gd name="csX7" fmla="*/ 0 w 3894109"/>
                <a:gd name="csY7" fmla="*/ 885862 h 1063039"/>
                <a:gd name="csX8" fmla="*/ 0 w 3894109"/>
                <a:gd name="csY8" fmla="*/ 177177 h 10630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894109" h="1063039">
                  <a:moveTo>
                    <a:pt x="0" y="177177"/>
                  </a:moveTo>
                  <a:cubicBezTo>
                    <a:pt x="0" y="79325"/>
                    <a:pt x="79325" y="0"/>
                    <a:pt x="177177" y="0"/>
                  </a:cubicBezTo>
                  <a:lnTo>
                    <a:pt x="3716932" y="0"/>
                  </a:lnTo>
                  <a:cubicBezTo>
                    <a:pt x="3814784" y="0"/>
                    <a:pt x="3894109" y="79325"/>
                    <a:pt x="3894109" y="177177"/>
                  </a:cubicBezTo>
                  <a:lnTo>
                    <a:pt x="3894109" y="885862"/>
                  </a:lnTo>
                  <a:cubicBezTo>
                    <a:pt x="3894109" y="983714"/>
                    <a:pt x="3814784" y="1063039"/>
                    <a:pt x="3716932" y="1063039"/>
                  </a:cubicBezTo>
                  <a:lnTo>
                    <a:pt x="177177" y="1063039"/>
                  </a:lnTo>
                  <a:cubicBezTo>
                    <a:pt x="79325" y="1063039"/>
                    <a:pt x="0" y="983714"/>
                    <a:pt x="0" y="885862"/>
                  </a:cubicBezTo>
                  <a:lnTo>
                    <a:pt x="0" y="177177"/>
                  </a:lnTo>
                  <a:close/>
                </a:path>
              </a:pathLst>
            </a:custGeom>
            <a:solidFill>
              <a:schemeClr val="accent6"/>
            </a:solidFill>
          </p:spPr>
          <p:style>
            <a:lnRef idx="2">
              <a:schemeClr val="accent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0953" tIns="101423" rIns="150953" bIns="101423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/>
                <a:t>Head of Consulting (</a:t>
              </a:r>
              <a:r>
                <a:rPr lang="en-US" sz="1600" kern="1200" err="1"/>
                <a:t>HoC</a:t>
              </a:r>
              <a:r>
                <a:rPr lang="en-US" sz="1600" kern="1200"/>
                <a:t>)</a:t>
              </a:r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C365883F-B75F-35A8-5DD4-FC048C67E0F0}"/>
                </a:ext>
              </a:extLst>
            </p:cNvPr>
            <p:cNvSpPr/>
            <p:nvPr/>
          </p:nvSpPr>
          <p:spPr>
            <a:xfrm>
              <a:off x="2565401" y="5085064"/>
              <a:ext cx="8934194" cy="1063040"/>
            </a:xfrm>
            <a:custGeom>
              <a:avLst/>
              <a:gdLst>
                <a:gd name="csX0" fmla="*/ 141741 w 850431"/>
                <a:gd name="csY0" fmla="*/ 0 h 6922861"/>
                <a:gd name="csX1" fmla="*/ 708690 w 850431"/>
                <a:gd name="csY1" fmla="*/ 0 h 6922861"/>
                <a:gd name="csX2" fmla="*/ 850431 w 850431"/>
                <a:gd name="csY2" fmla="*/ 141741 h 6922861"/>
                <a:gd name="csX3" fmla="*/ 850431 w 850431"/>
                <a:gd name="csY3" fmla="*/ 6922861 h 6922861"/>
                <a:gd name="csX4" fmla="*/ 850431 w 850431"/>
                <a:gd name="csY4" fmla="*/ 6922861 h 6922861"/>
                <a:gd name="csX5" fmla="*/ 0 w 850431"/>
                <a:gd name="csY5" fmla="*/ 6922861 h 6922861"/>
                <a:gd name="csX6" fmla="*/ 0 w 850431"/>
                <a:gd name="csY6" fmla="*/ 6922861 h 6922861"/>
                <a:gd name="csX7" fmla="*/ 0 w 850431"/>
                <a:gd name="csY7" fmla="*/ 141741 h 6922861"/>
                <a:gd name="csX8" fmla="*/ 141741 w 850431"/>
                <a:gd name="csY8" fmla="*/ 0 h 6922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50431" h="6922861">
                  <a:moveTo>
                    <a:pt x="850431" y="1153833"/>
                  </a:moveTo>
                  <a:lnTo>
                    <a:pt x="850431" y="5769028"/>
                  </a:lnTo>
                  <a:cubicBezTo>
                    <a:pt x="850431" y="6406267"/>
                    <a:pt x="842635" y="6922857"/>
                    <a:pt x="833019" y="6922857"/>
                  </a:cubicBezTo>
                  <a:lnTo>
                    <a:pt x="0" y="6922857"/>
                  </a:lnTo>
                  <a:lnTo>
                    <a:pt x="0" y="6922857"/>
                  </a:lnTo>
                  <a:lnTo>
                    <a:pt x="0" y="4"/>
                  </a:lnTo>
                  <a:lnTo>
                    <a:pt x="0" y="4"/>
                  </a:lnTo>
                  <a:lnTo>
                    <a:pt x="833019" y="4"/>
                  </a:lnTo>
                  <a:cubicBezTo>
                    <a:pt x="842635" y="4"/>
                    <a:pt x="850431" y="516594"/>
                    <a:pt x="850431" y="1153833"/>
                  </a:cubicBezTo>
                  <a:close/>
                </a:path>
              </a:pathLst>
            </a:custGeom>
          </p:spPr>
          <p:style>
            <a:lnRef idx="2">
              <a:schemeClr val="accent2"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65340" rIns="289164" bIns="165340" numCol="1" spcCol="1270" anchor="ctr" anchorCtr="0">
              <a:noAutofit/>
            </a:bodyPr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/>
                <a:t>Ensures stable SAP operations and full adherence to Service Level Agreements (SLAs).</a:t>
              </a: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/>
                <a:t>Responsible for AMS profitability (P&amp;L) and operational excellence</a:t>
              </a: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/>
                <a:t>Drives the adoption of AI-driven automation within the AMS delivery model</a:t>
              </a: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/>
                <a:t>Ensures consistent use of QA standards and templates</a:t>
              </a:r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65A00557-6D93-203F-2EA6-AE07BB7D9CAE}"/>
                </a:ext>
              </a:extLst>
            </p:cNvPr>
            <p:cNvSpPr/>
            <p:nvPr/>
          </p:nvSpPr>
          <p:spPr>
            <a:xfrm>
              <a:off x="682624" y="5085065"/>
              <a:ext cx="1998633" cy="1063039"/>
            </a:xfrm>
            <a:custGeom>
              <a:avLst/>
              <a:gdLst>
                <a:gd name="csX0" fmla="*/ 0 w 3894109"/>
                <a:gd name="csY0" fmla="*/ 177177 h 1063039"/>
                <a:gd name="csX1" fmla="*/ 177177 w 3894109"/>
                <a:gd name="csY1" fmla="*/ 0 h 1063039"/>
                <a:gd name="csX2" fmla="*/ 3716932 w 3894109"/>
                <a:gd name="csY2" fmla="*/ 0 h 1063039"/>
                <a:gd name="csX3" fmla="*/ 3894109 w 3894109"/>
                <a:gd name="csY3" fmla="*/ 177177 h 1063039"/>
                <a:gd name="csX4" fmla="*/ 3894109 w 3894109"/>
                <a:gd name="csY4" fmla="*/ 885862 h 1063039"/>
                <a:gd name="csX5" fmla="*/ 3716932 w 3894109"/>
                <a:gd name="csY5" fmla="*/ 1063039 h 1063039"/>
                <a:gd name="csX6" fmla="*/ 177177 w 3894109"/>
                <a:gd name="csY6" fmla="*/ 1063039 h 1063039"/>
                <a:gd name="csX7" fmla="*/ 0 w 3894109"/>
                <a:gd name="csY7" fmla="*/ 885862 h 1063039"/>
                <a:gd name="csX8" fmla="*/ 0 w 3894109"/>
                <a:gd name="csY8" fmla="*/ 177177 h 10630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894109" h="1063039">
                  <a:moveTo>
                    <a:pt x="0" y="177177"/>
                  </a:moveTo>
                  <a:cubicBezTo>
                    <a:pt x="0" y="79325"/>
                    <a:pt x="79325" y="0"/>
                    <a:pt x="177177" y="0"/>
                  </a:cubicBezTo>
                  <a:lnTo>
                    <a:pt x="3716932" y="0"/>
                  </a:lnTo>
                  <a:cubicBezTo>
                    <a:pt x="3814784" y="0"/>
                    <a:pt x="3894109" y="79325"/>
                    <a:pt x="3894109" y="177177"/>
                  </a:cubicBezTo>
                  <a:lnTo>
                    <a:pt x="3894109" y="885862"/>
                  </a:lnTo>
                  <a:cubicBezTo>
                    <a:pt x="3894109" y="983714"/>
                    <a:pt x="3814784" y="1063039"/>
                    <a:pt x="3716932" y="1063039"/>
                  </a:cubicBezTo>
                  <a:lnTo>
                    <a:pt x="177177" y="1063039"/>
                  </a:lnTo>
                  <a:cubicBezTo>
                    <a:pt x="79325" y="1063039"/>
                    <a:pt x="0" y="983714"/>
                    <a:pt x="0" y="885862"/>
                  </a:cubicBezTo>
                  <a:lnTo>
                    <a:pt x="0" y="177177"/>
                  </a:lnTo>
                  <a:close/>
                </a:path>
              </a:pathLst>
            </a:custGeom>
            <a:solidFill>
              <a:schemeClr val="accent6"/>
            </a:solidFill>
          </p:spPr>
          <p:style>
            <a:lnRef idx="2">
              <a:schemeClr val="accent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0953" tIns="101423" rIns="150953" bIns="101423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/>
                <a:t>Head of AMS (</a:t>
              </a:r>
              <a:r>
                <a:rPr lang="en-US" sz="1600" kern="1200" err="1"/>
                <a:t>HoAMS</a:t>
              </a:r>
              <a:r>
                <a:rPr lang="en-US" sz="1600" kern="1200"/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0576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B373F-77AE-FB07-B565-27CA461E4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9C91BA-DF09-4ED0-9DF6-90E2DA04A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Roles</a:t>
            </a:r>
            <a:r>
              <a:rPr lang="de-DE"/>
              <a:t> in </a:t>
            </a:r>
            <a:r>
              <a:rPr lang="de-DE" err="1"/>
              <a:t>future</a:t>
            </a:r>
            <a:r>
              <a:rPr lang="de-DE"/>
              <a:t> </a:t>
            </a:r>
            <a:r>
              <a:rPr lang="de-DE" err="1"/>
              <a:t>target</a:t>
            </a:r>
            <a:r>
              <a:rPr lang="de-DE"/>
              <a:t> </a:t>
            </a:r>
            <a:r>
              <a:rPr lang="de-DE" err="1"/>
              <a:t>organization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1B7434-617D-E8A1-7F86-59D5540E8B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/>
              <a:t>Management Board (2/2) and Country MDs</a:t>
            </a:r>
            <a:endParaRPr lang="en-US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5092797A-BFAC-1F43-AB88-6E219A81539D}"/>
              </a:ext>
            </a:extLst>
          </p:cNvPr>
          <p:cNvSpPr/>
          <p:nvPr/>
        </p:nvSpPr>
        <p:spPr>
          <a:xfrm>
            <a:off x="2565401" y="1736489"/>
            <a:ext cx="8934194" cy="1063040"/>
          </a:xfrm>
          <a:custGeom>
            <a:avLst/>
            <a:gdLst>
              <a:gd name="csX0" fmla="*/ 141741 w 850431"/>
              <a:gd name="csY0" fmla="*/ 0 h 6922861"/>
              <a:gd name="csX1" fmla="*/ 708690 w 850431"/>
              <a:gd name="csY1" fmla="*/ 0 h 6922861"/>
              <a:gd name="csX2" fmla="*/ 850431 w 850431"/>
              <a:gd name="csY2" fmla="*/ 141741 h 6922861"/>
              <a:gd name="csX3" fmla="*/ 850431 w 850431"/>
              <a:gd name="csY3" fmla="*/ 6922861 h 6922861"/>
              <a:gd name="csX4" fmla="*/ 850431 w 850431"/>
              <a:gd name="csY4" fmla="*/ 6922861 h 6922861"/>
              <a:gd name="csX5" fmla="*/ 0 w 850431"/>
              <a:gd name="csY5" fmla="*/ 6922861 h 6922861"/>
              <a:gd name="csX6" fmla="*/ 0 w 850431"/>
              <a:gd name="csY6" fmla="*/ 6922861 h 6922861"/>
              <a:gd name="csX7" fmla="*/ 0 w 850431"/>
              <a:gd name="csY7" fmla="*/ 141741 h 6922861"/>
              <a:gd name="csX8" fmla="*/ 141741 w 850431"/>
              <a:gd name="csY8" fmla="*/ 0 h 69228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50431" h="6922861">
                <a:moveTo>
                  <a:pt x="850431" y="1153833"/>
                </a:moveTo>
                <a:lnTo>
                  <a:pt x="850431" y="5769028"/>
                </a:lnTo>
                <a:cubicBezTo>
                  <a:pt x="850431" y="6406267"/>
                  <a:pt x="842635" y="6922857"/>
                  <a:pt x="833019" y="6922857"/>
                </a:cubicBezTo>
                <a:lnTo>
                  <a:pt x="0" y="6922857"/>
                </a:lnTo>
                <a:lnTo>
                  <a:pt x="0" y="6922857"/>
                </a:lnTo>
                <a:lnTo>
                  <a:pt x="0" y="4"/>
                </a:lnTo>
                <a:lnTo>
                  <a:pt x="0" y="4"/>
                </a:lnTo>
                <a:lnTo>
                  <a:pt x="833019" y="4"/>
                </a:lnTo>
                <a:cubicBezTo>
                  <a:pt x="842635" y="4"/>
                  <a:pt x="850431" y="516594"/>
                  <a:pt x="850431" y="1153833"/>
                </a:cubicBezTo>
                <a:close/>
              </a:path>
            </a:pathLst>
          </a:custGeom>
        </p:spPr>
        <p:style>
          <a:lnRef idx="2">
            <a:schemeClr val="accent2"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47651" tIns="165339" rIns="289164" bIns="165341" numCol="1" spcCol="1270" anchor="ctr" anchorCtr="0">
            <a:noAutofit/>
          </a:bodyPr>
          <a:lstStyle/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600" kern="1200"/>
              <a:t>Owns the talent strategy, recruitment, and compensation policies</a:t>
            </a:r>
          </a:p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600" kern="1200"/>
              <a:t>ensures legal HR compliance across all regions (Germany, Poland, Slovenia)</a:t>
            </a:r>
          </a:p>
        </p:txBody>
      </p:sp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C46A7FF9-B9AB-830D-B4F5-D07832D68BE3}"/>
              </a:ext>
            </a:extLst>
          </p:cNvPr>
          <p:cNvSpPr/>
          <p:nvPr/>
        </p:nvSpPr>
        <p:spPr>
          <a:xfrm>
            <a:off x="682624" y="1736490"/>
            <a:ext cx="1998633" cy="1063039"/>
          </a:xfrm>
          <a:custGeom>
            <a:avLst/>
            <a:gdLst>
              <a:gd name="csX0" fmla="*/ 0 w 3894109"/>
              <a:gd name="csY0" fmla="*/ 177177 h 1063039"/>
              <a:gd name="csX1" fmla="*/ 177177 w 3894109"/>
              <a:gd name="csY1" fmla="*/ 0 h 1063039"/>
              <a:gd name="csX2" fmla="*/ 3716932 w 3894109"/>
              <a:gd name="csY2" fmla="*/ 0 h 1063039"/>
              <a:gd name="csX3" fmla="*/ 3894109 w 3894109"/>
              <a:gd name="csY3" fmla="*/ 177177 h 1063039"/>
              <a:gd name="csX4" fmla="*/ 3894109 w 3894109"/>
              <a:gd name="csY4" fmla="*/ 885862 h 1063039"/>
              <a:gd name="csX5" fmla="*/ 3716932 w 3894109"/>
              <a:gd name="csY5" fmla="*/ 1063039 h 1063039"/>
              <a:gd name="csX6" fmla="*/ 177177 w 3894109"/>
              <a:gd name="csY6" fmla="*/ 1063039 h 1063039"/>
              <a:gd name="csX7" fmla="*/ 0 w 3894109"/>
              <a:gd name="csY7" fmla="*/ 885862 h 1063039"/>
              <a:gd name="csX8" fmla="*/ 0 w 3894109"/>
              <a:gd name="csY8" fmla="*/ 177177 h 10630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894109" h="1063039">
                <a:moveTo>
                  <a:pt x="0" y="177177"/>
                </a:moveTo>
                <a:cubicBezTo>
                  <a:pt x="0" y="79325"/>
                  <a:pt x="79325" y="0"/>
                  <a:pt x="177177" y="0"/>
                </a:cubicBezTo>
                <a:lnTo>
                  <a:pt x="3716932" y="0"/>
                </a:lnTo>
                <a:cubicBezTo>
                  <a:pt x="3814784" y="0"/>
                  <a:pt x="3894109" y="79325"/>
                  <a:pt x="3894109" y="177177"/>
                </a:cubicBezTo>
                <a:lnTo>
                  <a:pt x="3894109" y="885862"/>
                </a:lnTo>
                <a:cubicBezTo>
                  <a:pt x="3894109" y="983714"/>
                  <a:pt x="3814784" y="1063039"/>
                  <a:pt x="3716932" y="1063039"/>
                </a:cubicBezTo>
                <a:lnTo>
                  <a:pt x="177177" y="1063039"/>
                </a:lnTo>
                <a:cubicBezTo>
                  <a:pt x="79325" y="1063039"/>
                  <a:pt x="0" y="983714"/>
                  <a:pt x="0" y="885862"/>
                </a:cubicBezTo>
                <a:lnTo>
                  <a:pt x="0" y="177177"/>
                </a:lnTo>
                <a:close/>
              </a:path>
            </a:pathLst>
          </a:custGeom>
          <a:solidFill>
            <a:schemeClr val="accent6"/>
          </a:solidFill>
        </p:spPr>
        <p:style>
          <a:lnRef idx="2">
            <a:schemeClr val="accent2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50953" tIns="101423" rIns="150953" bIns="101423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kern="1200"/>
              <a:t>Head of HR</a:t>
            </a:r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5D4DEF60-1465-922B-86B2-F1D60201E0DD}"/>
              </a:ext>
            </a:extLst>
          </p:cNvPr>
          <p:cNvSpPr/>
          <p:nvPr/>
        </p:nvSpPr>
        <p:spPr>
          <a:xfrm>
            <a:off x="2565401" y="2852681"/>
            <a:ext cx="8934194" cy="1063040"/>
          </a:xfrm>
          <a:custGeom>
            <a:avLst/>
            <a:gdLst>
              <a:gd name="csX0" fmla="*/ 141741 w 850431"/>
              <a:gd name="csY0" fmla="*/ 0 h 6922861"/>
              <a:gd name="csX1" fmla="*/ 708690 w 850431"/>
              <a:gd name="csY1" fmla="*/ 0 h 6922861"/>
              <a:gd name="csX2" fmla="*/ 850431 w 850431"/>
              <a:gd name="csY2" fmla="*/ 141741 h 6922861"/>
              <a:gd name="csX3" fmla="*/ 850431 w 850431"/>
              <a:gd name="csY3" fmla="*/ 6922861 h 6922861"/>
              <a:gd name="csX4" fmla="*/ 850431 w 850431"/>
              <a:gd name="csY4" fmla="*/ 6922861 h 6922861"/>
              <a:gd name="csX5" fmla="*/ 0 w 850431"/>
              <a:gd name="csY5" fmla="*/ 6922861 h 6922861"/>
              <a:gd name="csX6" fmla="*/ 0 w 850431"/>
              <a:gd name="csY6" fmla="*/ 6922861 h 6922861"/>
              <a:gd name="csX7" fmla="*/ 0 w 850431"/>
              <a:gd name="csY7" fmla="*/ 141741 h 6922861"/>
              <a:gd name="csX8" fmla="*/ 141741 w 850431"/>
              <a:gd name="csY8" fmla="*/ 0 h 69228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50431" h="6922861">
                <a:moveTo>
                  <a:pt x="850431" y="1153833"/>
                </a:moveTo>
                <a:lnTo>
                  <a:pt x="850431" y="5769028"/>
                </a:lnTo>
                <a:cubicBezTo>
                  <a:pt x="850431" y="6406267"/>
                  <a:pt x="842635" y="6922857"/>
                  <a:pt x="833019" y="6922857"/>
                </a:cubicBezTo>
                <a:lnTo>
                  <a:pt x="0" y="6922857"/>
                </a:lnTo>
                <a:lnTo>
                  <a:pt x="0" y="6922857"/>
                </a:lnTo>
                <a:lnTo>
                  <a:pt x="0" y="4"/>
                </a:lnTo>
                <a:lnTo>
                  <a:pt x="0" y="4"/>
                </a:lnTo>
                <a:lnTo>
                  <a:pt x="833019" y="4"/>
                </a:lnTo>
                <a:cubicBezTo>
                  <a:pt x="842635" y="4"/>
                  <a:pt x="850431" y="516594"/>
                  <a:pt x="850431" y="1153833"/>
                </a:cubicBezTo>
                <a:close/>
              </a:path>
            </a:pathLst>
          </a:custGeom>
        </p:spPr>
        <p:style>
          <a:lnRef idx="2">
            <a:schemeClr val="accent2"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47651" tIns="165339" rIns="289164" bIns="165341" numCol="1" spcCol="1270" anchor="ctr" anchorCtr="0">
            <a:noAutofit/>
          </a:bodyPr>
          <a:lstStyle/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600" kern="1200"/>
              <a:t>Manages daily financial operations, P&amp;L reporting, and budget governance</a:t>
            </a:r>
          </a:p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600" kern="1200"/>
              <a:t>Provides transparency on solution profitability and oversees billing cycles</a:t>
            </a:r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25666B10-CE34-070E-B4DC-53EB0C307B29}"/>
              </a:ext>
            </a:extLst>
          </p:cNvPr>
          <p:cNvSpPr/>
          <p:nvPr/>
        </p:nvSpPr>
        <p:spPr>
          <a:xfrm>
            <a:off x="682624" y="2852682"/>
            <a:ext cx="1998633" cy="1063039"/>
          </a:xfrm>
          <a:custGeom>
            <a:avLst/>
            <a:gdLst>
              <a:gd name="csX0" fmla="*/ 0 w 3894109"/>
              <a:gd name="csY0" fmla="*/ 177177 h 1063039"/>
              <a:gd name="csX1" fmla="*/ 177177 w 3894109"/>
              <a:gd name="csY1" fmla="*/ 0 h 1063039"/>
              <a:gd name="csX2" fmla="*/ 3716932 w 3894109"/>
              <a:gd name="csY2" fmla="*/ 0 h 1063039"/>
              <a:gd name="csX3" fmla="*/ 3894109 w 3894109"/>
              <a:gd name="csY3" fmla="*/ 177177 h 1063039"/>
              <a:gd name="csX4" fmla="*/ 3894109 w 3894109"/>
              <a:gd name="csY4" fmla="*/ 885862 h 1063039"/>
              <a:gd name="csX5" fmla="*/ 3716932 w 3894109"/>
              <a:gd name="csY5" fmla="*/ 1063039 h 1063039"/>
              <a:gd name="csX6" fmla="*/ 177177 w 3894109"/>
              <a:gd name="csY6" fmla="*/ 1063039 h 1063039"/>
              <a:gd name="csX7" fmla="*/ 0 w 3894109"/>
              <a:gd name="csY7" fmla="*/ 885862 h 1063039"/>
              <a:gd name="csX8" fmla="*/ 0 w 3894109"/>
              <a:gd name="csY8" fmla="*/ 177177 h 10630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894109" h="1063039">
                <a:moveTo>
                  <a:pt x="0" y="177177"/>
                </a:moveTo>
                <a:cubicBezTo>
                  <a:pt x="0" y="79325"/>
                  <a:pt x="79325" y="0"/>
                  <a:pt x="177177" y="0"/>
                </a:cubicBezTo>
                <a:lnTo>
                  <a:pt x="3716932" y="0"/>
                </a:lnTo>
                <a:cubicBezTo>
                  <a:pt x="3814784" y="0"/>
                  <a:pt x="3894109" y="79325"/>
                  <a:pt x="3894109" y="177177"/>
                </a:cubicBezTo>
                <a:lnTo>
                  <a:pt x="3894109" y="885862"/>
                </a:lnTo>
                <a:cubicBezTo>
                  <a:pt x="3894109" y="983714"/>
                  <a:pt x="3814784" y="1063039"/>
                  <a:pt x="3716932" y="1063039"/>
                </a:cubicBezTo>
                <a:lnTo>
                  <a:pt x="177177" y="1063039"/>
                </a:lnTo>
                <a:cubicBezTo>
                  <a:pt x="79325" y="1063039"/>
                  <a:pt x="0" y="983714"/>
                  <a:pt x="0" y="885862"/>
                </a:cubicBezTo>
                <a:lnTo>
                  <a:pt x="0" y="177177"/>
                </a:lnTo>
                <a:close/>
              </a:path>
            </a:pathLst>
          </a:custGeom>
          <a:solidFill>
            <a:schemeClr val="accent6"/>
          </a:solidFill>
        </p:spPr>
        <p:style>
          <a:lnRef idx="2">
            <a:schemeClr val="accent2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50953" tIns="101423" rIns="150953" bIns="101423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kern="1200"/>
              <a:t>Head of Controlling (Head of Finance &amp; Controlling)</a:t>
            </a:r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37761768-ABB3-C061-7CD1-045876C247B6}"/>
              </a:ext>
            </a:extLst>
          </p:cNvPr>
          <p:cNvSpPr/>
          <p:nvPr/>
        </p:nvSpPr>
        <p:spPr>
          <a:xfrm>
            <a:off x="2565401" y="4718173"/>
            <a:ext cx="8934194" cy="1063040"/>
          </a:xfrm>
          <a:custGeom>
            <a:avLst/>
            <a:gdLst>
              <a:gd name="csX0" fmla="*/ 141741 w 850431"/>
              <a:gd name="csY0" fmla="*/ 0 h 6922861"/>
              <a:gd name="csX1" fmla="*/ 708690 w 850431"/>
              <a:gd name="csY1" fmla="*/ 0 h 6922861"/>
              <a:gd name="csX2" fmla="*/ 850431 w 850431"/>
              <a:gd name="csY2" fmla="*/ 141741 h 6922861"/>
              <a:gd name="csX3" fmla="*/ 850431 w 850431"/>
              <a:gd name="csY3" fmla="*/ 6922861 h 6922861"/>
              <a:gd name="csX4" fmla="*/ 850431 w 850431"/>
              <a:gd name="csY4" fmla="*/ 6922861 h 6922861"/>
              <a:gd name="csX5" fmla="*/ 0 w 850431"/>
              <a:gd name="csY5" fmla="*/ 6922861 h 6922861"/>
              <a:gd name="csX6" fmla="*/ 0 w 850431"/>
              <a:gd name="csY6" fmla="*/ 6922861 h 6922861"/>
              <a:gd name="csX7" fmla="*/ 0 w 850431"/>
              <a:gd name="csY7" fmla="*/ 141741 h 6922861"/>
              <a:gd name="csX8" fmla="*/ 141741 w 850431"/>
              <a:gd name="csY8" fmla="*/ 0 h 69228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50431" h="6922861">
                <a:moveTo>
                  <a:pt x="850431" y="1153833"/>
                </a:moveTo>
                <a:lnTo>
                  <a:pt x="850431" y="5769028"/>
                </a:lnTo>
                <a:cubicBezTo>
                  <a:pt x="850431" y="6406267"/>
                  <a:pt x="842635" y="6922857"/>
                  <a:pt x="833019" y="6922857"/>
                </a:cubicBezTo>
                <a:lnTo>
                  <a:pt x="0" y="6922857"/>
                </a:lnTo>
                <a:lnTo>
                  <a:pt x="0" y="6922857"/>
                </a:lnTo>
                <a:lnTo>
                  <a:pt x="0" y="4"/>
                </a:lnTo>
                <a:lnTo>
                  <a:pt x="0" y="4"/>
                </a:lnTo>
                <a:lnTo>
                  <a:pt x="833019" y="4"/>
                </a:lnTo>
                <a:cubicBezTo>
                  <a:pt x="842635" y="4"/>
                  <a:pt x="850431" y="516594"/>
                  <a:pt x="850431" y="1153833"/>
                </a:cubicBezTo>
                <a:close/>
              </a:path>
            </a:pathLst>
          </a:custGeom>
        </p:spPr>
        <p:style>
          <a:lnRef idx="2">
            <a:schemeClr val="accent2"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47651" tIns="165339" rIns="289164" bIns="165341" numCol="1" spcCol="1270" anchor="ctr" anchorCtr="0">
            <a:noAutofit/>
          </a:bodyPr>
          <a:lstStyle/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600" kern="1200"/>
              <a:t>Legal representatives responsible for local compliance (employment, tax, safety) in their respective countries</a:t>
            </a:r>
          </a:p>
          <a:p>
            <a:pPr marL="171450" lvl="1" indent="-171450" defTabSz="711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600" kern="1200"/>
              <a:t>Promote RCIM culture locally </a:t>
            </a:r>
            <a:r>
              <a:rPr lang="en-US" sz="1600"/>
              <a:t>and are responsible for the business in the respective country</a:t>
            </a:r>
            <a:endParaRPr lang="en-US" sz="1600" kern="1200"/>
          </a:p>
        </p:txBody>
      </p:sp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EB1C752-4503-8ABD-7730-86C50F0EC4AF}"/>
              </a:ext>
            </a:extLst>
          </p:cNvPr>
          <p:cNvSpPr/>
          <p:nvPr/>
        </p:nvSpPr>
        <p:spPr>
          <a:xfrm>
            <a:off x="682624" y="4718173"/>
            <a:ext cx="1998633" cy="1063039"/>
          </a:xfrm>
          <a:custGeom>
            <a:avLst/>
            <a:gdLst>
              <a:gd name="csX0" fmla="*/ 0 w 3894109"/>
              <a:gd name="csY0" fmla="*/ 177177 h 1063039"/>
              <a:gd name="csX1" fmla="*/ 177177 w 3894109"/>
              <a:gd name="csY1" fmla="*/ 0 h 1063039"/>
              <a:gd name="csX2" fmla="*/ 3716932 w 3894109"/>
              <a:gd name="csY2" fmla="*/ 0 h 1063039"/>
              <a:gd name="csX3" fmla="*/ 3894109 w 3894109"/>
              <a:gd name="csY3" fmla="*/ 177177 h 1063039"/>
              <a:gd name="csX4" fmla="*/ 3894109 w 3894109"/>
              <a:gd name="csY4" fmla="*/ 885862 h 1063039"/>
              <a:gd name="csX5" fmla="*/ 3716932 w 3894109"/>
              <a:gd name="csY5" fmla="*/ 1063039 h 1063039"/>
              <a:gd name="csX6" fmla="*/ 177177 w 3894109"/>
              <a:gd name="csY6" fmla="*/ 1063039 h 1063039"/>
              <a:gd name="csX7" fmla="*/ 0 w 3894109"/>
              <a:gd name="csY7" fmla="*/ 885862 h 1063039"/>
              <a:gd name="csX8" fmla="*/ 0 w 3894109"/>
              <a:gd name="csY8" fmla="*/ 177177 h 10630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894109" h="1063039">
                <a:moveTo>
                  <a:pt x="0" y="177177"/>
                </a:moveTo>
                <a:cubicBezTo>
                  <a:pt x="0" y="79325"/>
                  <a:pt x="79325" y="0"/>
                  <a:pt x="177177" y="0"/>
                </a:cubicBezTo>
                <a:lnTo>
                  <a:pt x="3716932" y="0"/>
                </a:lnTo>
                <a:cubicBezTo>
                  <a:pt x="3814784" y="0"/>
                  <a:pt x="3894109" y="79325"/>
                  <a:pt x="3894109" y="177177"/>
                </a:cubicBezTo>
                <a:lnTo>
                  <a:pt x="3894109" y="885862"/>
                </a:lnTo>
                <a:cubicBezTo>
                  <a:pt x="3894109" y="983714"/>
                  <a:pt x="3814784" y="1063039"/>
                  <a:pt x="3716932" y="1063039"/>
                </a:cubicBezTo>
                <a:lnTo>
                  <a:pt x="177177" y="1063039"/>
                </a:lnTo>
                <a:cubicBezTo>
                  <a:pt x="79325" y="1063039"/>
                  <a:pt x="0" y="983714"/>
                  <a:pt x="0" y="885862"/>
                </a:cubicBezTo>
                <a:lnTo>
                  <a:pt x="0" y="177177"/>
                </a:lnTo>
                <a:close/>
              </a:path>
            </a:pathLst>
          </a:custGeom>
          <a:solidFill>
            <a:schemeClr val="accent6"/>
          </a:solidFill>
        </p:spPr>
        <p:style>
          <a:lnRef idx="2">
            <a:schemeClr val="accent2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50953" tIns="101423" rIns="150953" bIns="101423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kern="1200"/>
              <a:t>Country MDs (Country Managing Directors)</a:t>
            </a:r>
          </a:p>
        </p:txBody>
      </p:sp>
    </p:spTree>
    <p:extLst>
      <p:ext uri="{BB962C8B-B14F-4D97-AF65-F5344CB8AC3E}">
        <p14:creationId xmlns:p14="http://schemas.microsoft.com/office/powerpoint/2010/main" val="791191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AFD42-0073-0325-FA38-C68A1F1B2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BC103E-05C8-7E3F-29C9-74636B914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Roles</a:t>
            </a:r>
            <a:r>
              <a:rPr lang="de-DE"/>
              <a:t> in </a:t>
            </a:r>
            <a:r>
              <a:rPr lang="de-DE" err="1"/>
              <a:t>future</a:t>
            </a:r>
            <a:r>
              <a:rPr lang="de-DE"/>
              <a:t> </a:t>
            </a:r>
            <a:r>
              <a:rPr lang="de-DE" err="1"/>
              <a:t>target</a:t>
            </a:r>
            <a:r>
              <a:rPr lang="de-DE"/>
              <a:t> </a:t>
            </a:r>
            <a:r>
              <a:rPr lang="de-DE" err="1"/>
              <a:t>organization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536CA21-B015-775B-3A87-936ED9AA92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/>
              <a:t>Commercial &amp; Solution </a:t>
            </a:r>
            <a:r>
              <a:rPr lang="de-DE" err="1"/>
              <a:t>Roles</a:t>
            </a:r>
            <a:endParaRPr lang="en-US"/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EAE64886-8F82-7592-CAB6-1A42B02459BE}"/>
              </a:ext>
            </a:extLst>
          </p:cNvPr>
          <p:cNvGrpSpPr/>
          <p:nvPr/>
        </p:nvGrpSpPr>
        <p:grpSpPr>
          <a:xfrm>
            <a:off x="682624" y="2339384"/>
            <a:ext cx="10816971" cy="2179232"/>
            <a:chOff x="682624" y="1736489"/>
            <a:chExt cx="10816971" cy="2179232"/>
          </a:xfrm>
        </p:grpSpPr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BDC42E79-E4E8-EC64-4E63-816F711861A8}"/>
                </a:ext>
              </a:extLst>
            </p:cNvPr>
            <p:cNvSpPr/>
            <p:nvPr/>
          </p:nvSpPr>
          <p:spPr>
            <a:xfrm>
              <a:off x="2565401" y="1736489"/>
              <a:ext cx="8934194" cy="1063040"/>
            </a:xfrm>
            <a:custGeom>
              <a:avLst/>
              <a:gdLst>
                <a:gd name="csX0" fmla="*/ 141741 w 850431"/>
                <a:gd name="csY0" fmla="*/ 0 h 6922861"/>
                <a:gd name="csX1" fmla="*/ 708690 w 850431"/>
                <a:gd name="csY1" fmla="*/ 0 h 6922861"/>
                <a:gd name="csX2" fmla="*/ 850431 w 850431"/>
                <a:gd name="csY2" fmla="*/ 141741 h 6922861"/>
                <a:gd name="csX3" fmla="*/ 850431 w 850431"/>
                <a:gd name="csY3" fmla="*/ 6922861 h 6922861"/>
                <a:gd name="csX4" fmla="*/ 850431 w 850431"/>
                <a:gd name="csY4" fmla="*/ 6922861 h 6922861"/>
                <a:gd name="csX5" fmla="*/ 0 w 850431"/>
                <a:gd name="csY5" fmla="*/ 6922861 h 6922861"/>
                <a:gd name="csX6" fmla="*/ 0 w 850431"/>
                <a:gd name="csY6" fmla="*/ 6922861 h 6922861"/>
                <a:gd name="csX7" fmla="*/ 0 w 850431"/>
                <a:gd name="csY7" fmla="*/ 141741 h 6922861"/>
                <a:gd name="csX8" fmla="*/ 141741 w 850431"/>
                <a:gd name="csY8" fmla="*/ 0 h 6922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50431" h="6922861">
                  <a:moveTo>
                    <a:pt x="850431" y="1153833"/>
                  </a:moveTo>
                  <a:lnTo>
                    <a:pt x="850431" y="5769028"/>
                  </a:lnTo>
                  <a:cubicBezTo>
                    <a:pt x="850431" y="6406267"/>
                    <a:pt x="842635" y="6922857"/>
                    <a:pt x="833019" y="6922857"/>
                  </a:cubicBezTo>
                  <a:lnTo>
                    <a:pt x="0" y="6922857"/>
                  </a:lnTo>
                  <a:lnTo>
                    <a:pt x="0" y="6922857"/>
                  </a:lnTo>
                  <a:lnTo>
                    <a:pt x="0" y="4"/>
                  </a:lnTo>
                  <a:lnTo>
                    <a:pt x="0" y="4"/>
                  </a:lnTo>
                  <a:lnTo>
                    <a:pt x="833019" y="4"/>
                  </a:lnTo>
                  <a:cubicBezTo>
                    <a:pt x="842635" y="4"/>
                    <a:pt x="850431" y="516594"/>
                    <a:pt x="850431" y="1153833"/>
                  </a:cubicBezTo>
                  <a:close/>
                </a:path>
              </a:pathLst>
            </a:custGeom>
          </p:spPr>
          <p:style>
            <a:lnRef idx="2">
              <a:schemeClr val="accent2"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65339" rIns="289164" bIns="165341" numCol="1" spcCol="1270" anchor="ctr" anchorCtr="0">
              <a:noAutofit/>
            </a:bodyPr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/>
                <a:t>Act as the commercial owners and engagement managers for strategic solutions (e.g., S/4HANA Transformation)</a:t>
              </a: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/>
                <a:t>Own the solution-specific P&amp;L, pricing, and pipeline quality</a:t>
              </a: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/>
                <a:t>Lead proposal creation and define solution standards alongside Domain Leads</a:t>
              </a:r>
            </a:p>
          </p:txBody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A70B3F0E-6EAD-9E05-F959-2E2DA18AB608}"/>
                </a:ext>
              </a:extLst>
            </p:cNvPr>
            <p:cNvSpPr/>
            <p:nvPr/>
          </p:nvSpPr>
          <p:spPr>
            <a:xfrm>
              <a:off x="682624" y="1736490"/>
              <a:ext cx="1998633" cy="1063039"/>
            </a:xfrm>
            <a:custGeom>
              <a:avLst/>
              <a:gdLst>
                <a:gd name="csX0" fmla="*/ 0 w 3894109"/>
                <a:gd name="csY0" fmla="*/ 177177 h 1063039"/>
                <a:gd name="csX1" fmla="*/ 177177 w 3894109"/>
                <a:gd name="csY1" fmla="*/ 0 h 1063039"/>
                <a:gd name="csX2" fmla="*/ 3716932 w 3894109"/>
                <a:gd name="csY2" fmla="*/ 0 h 1063039"/>
                <a:gd name="csX3" fmla="*/ 3894109 w 3894109"/>
                <a:gd name="csY3" fmla="*/ 177177 h 1063039"/>
                <a:gd name="csX4" fmla="*/ 3894109 w 3894109"/>
                <a:gd name="csY4" fmla="*/ 885862 h 1063039"/>
                <a:gd name="csX5" fmla="*/ 3716932 w 3894109"/>
                <a:gd name="csY5" fmla="*/ 1063039 h 1063039"/>
                <a:gd name="csX6" fmla="*/ 177177 w 3894109"/>
                <a:gd name="csY6" fmla="*/ 1063039 h 1063039"/>
                <a:gd name="csX7" fmla="*/ 0 w 3894109"/>
                <a:gd name="csY7" fmla="*/ 885862 h 1063039"/>
                <a:gd name="csX8" fmla="*/ 0 w 3894109"/>
                <a:gd name="csY8" fmla="*/ 177177 h 10630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894109" h="1063039">
                  <a:moveTo>
                    <a:pt x="0" y="177177"/>
                  </a:moveTo>
                  <a:cubicBezTo>
                    <a:pt x="0" y="79325"/>
                    <a:pt x="79325" y="0"/>
                    <a:pt x="177177" y="0"/>
                  </a:cubicBezTo>
                  <a:lnTo>
                    <a:pt x="3716932" y="0"/>
                  </a:lnTo>
                  <a:cubicBezTo>
                    <a:pt x="3814784" y="0"/>
                    <a:pt x="3894109" y="79325"/>
                    <a:pt x="3894109" y="177177"/>
                  </a:cubicBezTo>
                  <a:lnTo>
                    <a:pt x="3894109" y="885862"/>
                  </a:lnTo>
                  <a:cubicBezTo>
                    <a:pt x="3894109" y="983714"/>
                    <a:pt x="3814784" y="1063039"/>
                    <a:pt x="3716932" y="1063039"/>
                  </a:cubicBezTo>
                  <a:lnTo>
                    <a:pt x="177177" y="1063039"/>
                  </a:lnTo>
                  <a:cubicBezTo>
                    <a:pt x="79325" y="1063039"/>
                    <a:pt x="0" y="983714"/>
                    <a:pt x="0" y="885862"/>
                  </a:cubicBezTo>
                  <a:lnTo>
                    <a:pt x="0" y="177177"/>
                  </a:lnTo>
                  <a:close/>
                </a:path>
              </a:pathLst>
            </a:custGeom>
            <a:solidFill>
              <a:schemeClr val="accent6"/>
            </a:solidFill>
          </p:spPr>
          <p:style>
            <a:lnRef idx="2">
              <a:schemeClr val="accent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0953" tIns="101423" rIns="150953" bIns="101423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/>
                <a:t>Solution Leads (SLs)</a:t>
              </a:r>
            </a:p>
          </p:txBody>
        </p:sp>
        <p:sp>
          <p:nvSpPr>
            <p:cNvPr id="5" name="Freihandform: Form 4">
              <a:extLst>
                <a:ext uri="{FF2B5EF4-FFF2-40B4-BE49-F238E27FC236}">
                  <a16:creationId xmlns:a16="http://schemas.microsoft.com/office/drawing/2014/main" id="{5007D0DD-DBEC-42FC-E1FA-1B4DC3646515}"/>
                </a:ext>
              </a:extLst>
            </p:cNvPr>
            <p:cNvSpPr/>
            <p:nvPr/>
          </p:nvSpPr>
          <p:spPr>
            <a:xfrm>
              <a:off x="2565401" y="2852681"/>
              <a:ext cx="8934194" cy="1063040"/>
            </a:xfrm>
            <a:custGeom>
              <a:avLst/>
              <a:gdLst>
                <a:gd name="csX0" fmla="*/ 141741 w 850431"/>
                <a:gd name="csY0" fmla="*/ 0 h 6922861"/>
                <a:gd name="csX1" fmla="*/ 708690 w 850431"/>
                <a:gd name="csY1" fmla="*/ 0 h 6922861"/>
                <a:gd name="csX2" fmla="*/ 850431 w 850431"/>
                <a:gd name="csY2" fmla="*/ 141741 h 6922861"/>
                <a:gd name="csX3" fmla="*/ 850431 w 850431"/>
                <a:gd name="csY3" fmla="*/ 6922861 h 6922861"/>
                <a:gd name="csX4" fmla="*/ 850431 w 850431"/>
                <a:gd name="csY4" fmla="*/ 6922861 h 6922861"/>
                <a:gd name="csX5" fmla="*/ 0 w 850431"/>
                <a:gd name="csY5" fmla="*/ 6922861 h 6922861"/>
                <a:gd name="csX6" fmla="*/ 0 w 850431"/>
                <a:gd name="csY6" fmla="*/ 6922861 h 6922861"/>
                <a:gd name="csX7" fmla="*/ 0 w 850431"/>
                <a:gd name="csY7" fmla="*/ 141741 h 6922861"/>
                <a:gd name="csX8" fmla="*/ 141741 w 850431"/>
                <a:gd name="csY8" fmla="*/ 0 h 6922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50431" h="6922861">
                  <a:moveTo>
                    <a:pt x="850431" y="1153833"/>
                  </a:moveTo>
                  <a:lnTo>
                    <a:pt x="850431" y="5769028"/>
                  </a:lnTo>
                  <a:cubicBezTo>
                    <a:pt x="850431" y="6406267"/>
                    <a:pt x="842635" y="6922857"/>
                    <a:pt x="833019" y="6922857"/>
                  </a:cubicBezTo>
                  <a:lnTo>
                    <a:pt x="0" y="6922857"/>
                  </a:lnTo>
                  <a:lnTo>
                    <a:pt x="0" y="6922857"/>
                  </a:lnTo>
                  <a:lnTo>
                    <a:pt x="0" y="4"/>
                  </a:lnTo>
                  <a:lnTo>
                    <a:pt x="0" y="4"/>
                  </a:lnTo>
                  <a:lnTo>
                    <a:pt x="833019" y="4"/>
                  </a:lnTo>
                  <a:cubicBezTo>
                    <a:pt x="842635" y="4"/>
                    <a:pt x="850431" y="516594"/>
                    <a:pt x="850431" y="1153833"/>
                  </a:cubicBezTo>
                  <a:close/>
                </a:path>
              </a:pathLst>
            </a:custGeom>
          </p:spPr>
          <p:style>
            <a:lnRef idx="2">
              <a:schemeClr val="accent2"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65339" rIns="289164" bIns="165341" numCol="1" spcCol="1270" anchor="ctr" anchorCtr="0">
              <a:noAutofit/>
            </a:bodyPr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/>
                <a:t>Responsible for generating new business, qualifying opportunities, and managing key accounts.</a:t>
              </a: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/>
                <a:t>Conducts commercial negotiations and maintains pipeline hygiene within the CRM</a:t>
              </a: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/>
                <a:t>Collaborates with Solution Leads to shape high-quality proposals</a:t>
              </a:r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20A79112-657C-0D39-A313-CB747E939AB8}"/>
                </a:ext>
              </a:extLst>
            </p:cNvPr>
            <p:cNvSpPr/>
            <p:nvPr/>
          </p:nvSpPr>
          <p:spPr>
            <a:xfrm>
              <a:off x="682624" y="2852682"/>
              <a:ext cx="1998633" cy="1063039"/>
            </a:xfrm>
            <a:custGeom>
              <a:avLst/>
              <a:gdLst>
                <a:gd name="csX0" fmla="*/ 0 w 3894109"/>
                <a:gd name="csY0" fmla="*/ 177177 h 1063039"/>
                <a:gd name="csX1" fmla="*/ 177177 w 3894109"/>
                <a:gd name="csY1" fmla="*/ 0 h 1063039"/>
                <a:gd name="csX2" fmla="*/ 3716932 w 3894109"/>
                <a:gd name="csY2" fmla="*/ 0 h 1063039"/>
                <a:gd name="csX3" fmla="*/ 3894109 w 3894109"/>
                <a:gd name="csY3" fmla="*/ 177177 h 1063039"/>
                <a:gd name="csX4" fmla="*/ 3894109 w 3894109"/>
                <a:gd name="csY4" fmla="*/ 885862 h 1063039"/>
                <a:gd name="csX5" fmla="*/ 3716932 w 3894109"/>
                <a:gd name="csY5" fmla="*/ 1063039 h 1063039"/>
                <a:gd name="csX6" fmla="*/ 177177 w 3894109"/>
                <a:gd name="csY6" fmla="*/ 1063039 h 1063039"/>
                <a:gd name="csX7" fmla="*/ 0 w 3894109"/>
                <a:gd name="csY7" fmla="*/ 885862 h 1063039"/>
                <a:gd name="csX8" fmla="*/ 0 w 3894109"/>
                <a:gd name="csY8" fmla="*/ 177177 h 10630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894109" h="1063039">
                  <a:moveTo>
                    <a:pt x="0" y="177177"/>
                  </a:moveTo>
                  <a:cubicBezTo>
                    <a:pt x="0" y="79325"/>
                    <a:pt x="79325" y="0"/>
                    <a:pt x="177177" y="0"/>
                  </a:cubicBezTo>
                  <a:lnTo>
                    <a:pt x="3716932" y="0"/>
                  </a:lnTo>
                  <a:cubicBezTo>
                    <a:pt x="3814784" y="0"/>
                    <a:pt x="3894109" y="79325"/>
                    <a:pt x="3894109" y="177177"/>
                  </a:cubicBezTo>
                  <a:lnTo>
                    <a:pt x="3894109" y="885862"/>
                  </a:lnTo>
                  <a:cubicBezTo>
                    <a:pt x="3894109" y="983714"/>
                    <a:pt x="3814784" y="1063039"/>
                    <a:pt x="3716932" y="1063039"/>
                  </a:cubicBezTo>
                  <a:lnTo>
                    <a:pt x="177177" y="1063039"/>
                  </a:lnTo>
                  <a:cubicBezTo>
                    <a:pt x="79325" y="1063039"/>
                    <a:pt x="0" y="983714"/>
                    <a:pt x="0" y="885862"/>
                  </a:cubicBezTo>
                  <a:lnTo>
                    <a:pt x="0" y="177177"/>
                  </a:lnTo>
                  <a:close/>
                </a:path>
              </a:pathLst>
            </a:custGeom>
            <a:solidFill>
              <a:schemeClr val="accent6"/>
            </a:solidFill>
          </p:spPr>
          <p:style>
            <a:lnRef idx="2">
              <a:schemeClr val="accent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0953" tIns="101423" rIns="150953" bIns="101423" numCol="1" spcCol="1270" anchor="ctr" anchorCtr="0">
              <a:noAutofit/>
            </a:bodyPr>
            <a:lstStyle/>
            <a:p>
              <a:pPr lvl="0" algn="ctr"/>
              <a:r>
                <a:rPr lang="en-US" sz="1600">
                  <a:solidFill>
                    <a:schemeClr val="tx1"/>
                  </a:solidFill>
                </a:rPr>
                <a:t>Sales </a:t>
              </a:r>
              <a:br>
                <a:rPr lang="en-US" sz="1600">
                  <a:solidFill>
                    <a:schemeClr val="tx1"/>
                  </a:solidFill>
                </a:rPr>
              </a:br>
              <a:r>
                <a:rPr lang="en-US" sz="1600">
                  <a:solidFill>
                    <a:schemeClr val="tx1"/>
                  </a:solidFill>
                </a:rPr>
                <a:t>(Sales Manager / Account Executive)</a:t>
              </a:r>
              <a:endParaRPr 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2184686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73AE7-CC9D-DBB6-F06D-953B4037A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F30B0D-DF83-0BCA-FD95-158A89094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Roles</a:t>
            </a:r>
            <a:r>
              <a:rPr lang="de-DE"/>
              <a:t> in </a:t>
            </a:r>
            <a:r>
              <a:rPr lang="de-DE" err="1"/>
              <a:t>future</a:t>
            </a:r>
            <a:r>
              <a:rPr lang="de-DE"/>
              <a:t> </a:t>
            </a:r>
            <a:r>
              <a:rPr lang="de-DE" err="1"/>
              <a:t>target</a:t>
            </a:r>
            <a:r>
              <a:rPr lang="de-DE"/>
              <a:t> </a:t>
            </a:r>
            <a:r>
              <a:rPr lang="de-DE" err="1"/>
              <a:t>organization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D2D67BE-888B-FA17-DA14-34D6B5BEE18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err="1"/>
              <a:t>Delivery</a:t>
            </a:r>
            <a:r>
              <a:rPr lang="de-DE"/>
              <a:t> &amp; Practice </a:t>
            </a:r>
            <a:r>
              <a:rPr lang="de-DE" err="1"/>
              <a:t>Roles</a:t>
            </a:r>
            <a:r>
              <a:rPr lang="de-DE"/>
              <a:t>: Consulting Practice</a:t>
            </a:r>
            <a:endParaRPr lang="en-US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F36FBBB2-0DDA-FD73-2831-F69D82B87513}"/>
              </a:ext>
            </a:extLst>
          </p:cNvPr>
          <p:cNvGrpSpPr/>
          <p:nvPr/>
        </p:nvGrpSpPr>
        <p:grpSpPr>
          <a:xfrm>
            <a:off x="682624" y="1781289"/>
            <a:ext cx="10816971" cy="3295423"/>
            <a:chOff x="682624" y="2852681"/>
            <a:chExt cx="10816971" cy="3295423"/>
          </a:xfrm>
        </p:grpSpPr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77956B96-CCF5-AAD9-A199-DBD4D34D0BDF}"/>
                </a:ext>
              </a:extLst>
            </p:cNvPr>
            <p:cNvSpPr/>
            <p:nvPr/>
          </p:nvSpPr>
          <p:spPr>
            <a:xfrm>
              <a:off x="2565401" y="2852681"/>
              <a:ext cx="8934194" cy="1063040"/>
            </a:xfrm>
            <a:custGeom>
              <a:avLst/>
              <a:gdLst>
                <a:gd name="csX0" fmla="*/ 141741 w 850431"/>
                <a:gd name="csY0" fmla="*/ 0 h 6922861"/>
                <a:gd name="csX1" fmla="*/ 708690 w 850431"/>
                <a:gd name="csY1" fmla="*/ 0 h 6922861"/>
                <a:gd name="csX2" fmla="*/ 850431 w 850431"/>
                <a:gd name="csY2" fmla="*/ 141741 h 6922861"/>
                <a:gd name="csX3" fmla="*/ 850431 w 850431"/>
                <a:gd name="csY3" fmla="*/ 6922861 h 6922861"/>
                <a:gd name="csX4" fmla="*/ 850431 w 850431"/>
                <a:gd name="csY4" fmla="*/ 6922861 h 6922861"/>
                <a:gd name="csX5" fmla="*/ 0 w 850431"/>
                <a:gd name="csY5" fmla="*/ 6922861 h 6922861"/>
                <a:gd name="csX6" fmla="*/ 0 w 850431"/>
                <a:gd name="csY6" fmla="*/ 6922861 h 6922861"/>
                <a:gd name="csX7" fmla="*/ 0 w 850431"/>
                <a:gd name="csY7" fmla="*/ 141741 h 6922861"/>
                <a:gd name="csX8" fmla="*/ 141741 w 850431"/>
                <a:gd name="csY8" fmla="*/ 0 h 6922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50431" h="6922861">
                  <a:moveTo>
                    <a:pt x="850431" y="1153833"/>
                  </a:moveTo>
                  <a:lnTo>
                    <a:pt x="850431" y="5769028"/>
                  </a:lnTo>
                  <a:cubicBezTo>
                    <a:pt x="850431" y="6406267"/>
                    <a:pt x="842635" y="6922857"/>
                    <a:pt x="833019" y="6922857"/>
                  </a:cubicBezTo>
                  <a:lnTo>
                    <a:pt x="0" y="6922857"/>
                  </a:lnTo>
                  <a:lnTo>
                    <a:pt x="0" y="6922857"/>
                  </a:lnTo>
                  <a:lnTo>
                    <a:pt x="0" y="4"/>
                  </a:lnTo>
                  <a:lnTo>
                    <a:pt x="0" y="4"/>
                  </a:lnTo>
                  <a:lnTo>
                    <a:pt x="833019" y="4"/>
                  </a:lnTo>
                  <a:cubicBezTo>
                    <a:pt x="842635" y="4"/>
                    <a:pt x="850431" y="516594"/>
                    <a:pt x="850431" y="1153833"/>
                  </a:cubicBezTo>
                  <a:close/>
                </a:path>
              </a:pathLst>
            </a:custGeom>
          </p:spPr>
          <p:style>
            <a:lnRef idx="2">
              <a:schemeClr val="accent2"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65339" rIns="289164" bIns="165341" numCol="1" spcCol="1270" anchor="ctr" anchorCtr="0">
              <a:noAutofit/>
            </a:bodyPr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/>
                <a:t>Focused entirely on people leadership, including performance reviews, career development, and retention</a:t>
              </a: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/>
                <a:t>Do not have authority over project assignments or delivery management</a:t>
              </a:r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0C277ED1-5484-2571-E8AD-9BEBB4C56AAF}"/>
                </a:ext>
              </a:extLst>
            </p:cNvPr>
            <p:cNvSpPr/>
            <p:nvPr/>
          </p:nvSpPr>
          <p:spPr>
            <a:xfrm>
              <a:off x="682624" y="2852682"/>
              <a:ext cx="1998633" cy="1063039"/>
            </a:xfrm>
            <a:custGeom>
              <a:avLst/>
              <a:gdLst>
                <a:gd name="csX0" fmla="*/ 0 w 3894109"/>
                <a:gd name="csY0" fmla="*/ 177177 h 1063039"/>
                <a:gd name="csX1" fmla="*/ 177177 w 3894109"/>
                <a:gd name="csY1" fmla="*/ 0 h 1063039"/>
                <a:gd name="csX2" fmla="*/ 3716932 w 3894109"/>
                <a:gd name="csY2" fmla="*/ 0 h 1063039"/>
                <a:gd name="csX3" fmla="*/ 3894109 w 3894109"/>
                <a:gd name="csY3" fmla="*/ 177177 h 1063039"/>
                <a:gd name="csX4" fmla="*/ 3894109 w 3894109"/>
                <a:gd name="csY4" fmla="*/ 885862 h 1063039"/>
                <a:gd name="csX5" fmla="*/ 3716932 w 3894109"/>
                <a:gd name="csY5" fmla="*/ 1063039 h 1063039"/>
                <a:gd name="csX6" fmla="*/ 177177 w 3894109"/>
                <a:gd name="csY6" fmla="*/ 1063039 h 1063039"/>
                <a:gd name="csX7" fmla="*/ 0 w 3894109"/>
                <a:gd name="csY7" fmla="*/ 885862 h 1063039"/>
                <a:gd name="csX8" fmla="*/ 0 w 3894109"/>
                <a:gd name="csY8" fmla="*/ 177177 h 10630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894109" h="1063039">
                  <a:moveTo>
                    <a:pt x="0" y="177177"/>
                  </a:moveTo>
                  <a:cubicBezTo>
                    <a:pt x="0" y="79325"/>
                    <a:pt x="79325" y="0"/>
                    <a:pt x="177177" y="0"/>
                  </a:cubicBezTo>
                  <a:lnTo>
                    <a:pt x="3716932" y="0"/>
                  </a:lnTo>
                  <a:cubicBezTo>
                    <a:pt x="3814784" y="0"/>
                    <a:pt x="3894109" y="79325"/>
                    <a:pt x="3894109" y="177177"/>
                  </a:cubicBezTo>
                  <a:lnTo>
                    <a:pt x="3894109" y="885862"/>
                  </a:lnTo>
                  <a:cubicBezTo>
                    <a:pt x="3894109" y="983714"/>
                    <a:pt x="3814784" y="1063039"/>
                    <a:pt x="3716932" y="1063039"/>
                  </a:cubicBezTo>
                  <a:lnTo>
                    <a:pt x="177177" y="1063039"/>
                  </a:lnTo>
                  <a:cubicBezTo>
                    <a:pt x="79325" y="1063039"/>
                    <a:pt x="0" y="983714"/>
                    <a:pt x="0" y="885862"/>
                  </a:cubicBezTo>
                  <a:lnTo>
                    <a:pt x="0" y="177177"/>
                  </a:lnTo>
                  <a:close/>
                </a:path>
              </a:pathLst>
            </a:custGeom>
            <a:solidFill>
              <a:schemeClr val="accent6"/>
            </a:solidFill>
          </p:spPr>
          <p:style>
            <a:lnRef idx="2">
              <a:schemeClr val="accent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0953" tIns="101423" rIns="150953" bIns="101423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/>
                <a:t>Chapter Leads (CLs)</a:t>
              </a:r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772BA433-2676-FAC4-2146-5B7682D5A64A}"/>
                </a:ext>
              </a:extLst>
            </p:cNvPr>
            <p:cNvSpPr/>
            <p:nvPr/>
          </p:nvSpPr>
          <p:spPr>
            <a:xfrm>
              <a:off x="2565401" y="3968873"/>
              <a:ext cx="8934194" cy="1063040"/>
            </a:xfrm>
            <a:custGeom>
              <a:avLst/>
              <a:gdLst>
                <a:gd name="csX0" fmla="*/ 141741 w 850431"/>
                <a:gd name="csY0" fmla="*/ 0 h 6922861"/>
                <a:gd name="csX1" fmla="*/ 708690 w 850431"/>
                <a:gd name="csY1" fmla="*/ 0 h 6922861"/>
                <a:gd name="csX2" fmla="*/ 850431 w 850431"/>
                <a:gd name="csY2" fmla="*/ 141741 h 6922861"/>
                <a:gd name="csX3" fmla="*/ 850431 w 850431"/>
                <a:gd name="csY3" fmla="*/ 6922861 h 6922861"/>
                <a:gd name="csX4" fmla="*/ 850431 w 850431"/>
                <a:gd name="csY4" fmla="*/ 6922861 h 6922861"/>
                <a:gd name="csX5" fmla="*/ 0 w 850431"/>
                <a:gd name="csY5" fmla="*/ 6922861 h 6922861"/>
                <a:gd name="csX6" fmla="*/ 0 w 850431"/>
                <a:gd name="csY6" fmla="*/ 6922861 h 6922861"/>
                <a:gd name="csX7" fmla="*/ 0 w 850431"/>
                <a:gd name="csY7" fmla="*/ 141741 h 6922861"/>
                <a:gd name="csX8" fmla="*/ 141741 w 850431"/>
                <a:gd name="csY8" fmla="*/ 0 h 6922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50431" h="6922861">
                  <a:moveTo>
                    <a:pt x="850431" y="1153833"/>
                  </a:moveTo>
                  <a:lnTo>
                    <a:pt x="850431" y="5769028"/>
                  </a:lnTo>
                  <a:cubicBezTo>
                    <a:pt x="850431" y="6406267"/>
                    <a:pt x="842635" y="6922857"/>
                    <a:pt x="833019" y="6922857"/>
                  </a:cubicBezTo>
                  <a:lnTo>
                    <a:pt x="0" y="6922857"/>
                  </a:lnTo>
                  <a:lnTo>
                    <a:pt x="0" y="6922857"/>
                  </a:lnTo>
                  <a:lnTo>
                    <a:pt x="0" y="4"/>
                  </a:lnTo>
                  <a:lnTo>
                    <a:pt x="0" y="4"/>
                  </a:lnTo>
                  <a:lnTo>
                    <a:pt x="833019" y="4"/>
                  </a:lnTo>
                  <a:cubicBezTo>
                    <a:pt x="842635" y="4"/>
                    <a:pt x="850431" y="516594"/>
                    <a:pt x="850431" y="1153833"/>
                  </a:cubicBezTo>
                  <a:close/>
                </a:path>
              </a:pathLst>
            </a:custGeom>
          </p:spPr>
          <p:style>
            <a:lnRef idx="2">
              <a:schemeClr val="accent2"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65339" rIns="289164" bIns="165341" numCol="1" spcCol="1270" anchor="ctr" anchorCtr="0">
              <a:noAutofit/>
            </a:bodyPr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/>
                <a:t>Ensures project delivery stays within scope, quality, budget, and timeline</a:t>
              </a: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/>
                <a:t>Responsible for risk management, project reporting, and adherence to methodologies like SAP Activate</a:t>
              </a:r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1829CBE4-7E1B-0435-A729-C77546D288B5}"/>
                </a:ext>
              </a:extLst>
            </p:cNvPr>
            <p:cNvSpPr/>
            <p:nvPr/>
          </p:nvSpPr>
          <p:spPr>
            <a:xfrm>
              <a:off x="682624" y="3968873"/>
              <a:ext cx="1998633" cy="1063039"/>
            </a:xfrm>
            <a:custGeom>
              <a:avLst/>
              <a:gdLst>
                <a:gd name="csX0" fmla="*/ 0 w 3894109"/>
                <a:gd name="csY0" fmla="*/ 177177 h 1063039"/>
                <a:gd name="csX1" fmla="*/ 177177 w 3894109"/>
                <a:gd name="csY1" fmla="*/ 0 h 1063039"/>
                <a:gd name="csX2" fmla="*/ 3716932 w 3894109"/>
                <a:gd name="csY2" fmla="*/ 0 h 1063039"/>
                <a:gd name="csX3" fmla="*/ 3894109 w 3894109"/>
                <a:gd name="csY3" fmla="*/ 177177 h 1063039"/>
                <a:gd name="csX4" fmla="*/ 3894109 w 3894109"/>
                <a:gd name="csY4" fmla="*/ 885862 h 1063039"/>
                <a:gd name="csX5" fmla="*/ 3716932 w 3894109"/>
                <a:gd name="csY5" fmla="*/ 1063039 h 1063039"/>
                <a:gd name="csX6" fmla="*/ 177177 w 3894109"/>
                <a:gd name="csY6" fmla="*/ 1063039 h 1063039"/>
                <a:gd name="csX7" fmla="*/ 0 w 3894109"/>
                <a:gd name="csY7" fmla="*/ 885862 h 1063039"/>
                <a:gd name="csX8" fmla="*/ 0 w 3894109"/>
                <a:gd name="csY8" fmla="*/ 177177 h 10630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894109" h="1063039">
                  <a:moveTo>
                    <a:pt x="0" y="177177"/>
                  </a:moveTo>
                  <a:cubicBezTo>
                    <a:pt x="0" y="79325"/>
                    <a:pt x="79325" y="0"/>
                    <a:pt x="177177" y="0"/>
                  </a:cubicBezTo>
                  <a:lnTo>
                    <a:pt x="3716932" y="0"/>
                  </a:lnTo>
                  <a:cubicBezTo>
                    <a:pt x="3814784" y="0"/>
                    <a:pt x="3894109" y="79325"/>
                    <a:pt x="3894109" y="177177"/>
                  </a:cubicBezTo>
                  <a:lnTo>
                    <a:pt x="3894109" y="885862"/>
                  </a:lnTo>
                  <a:cubicBezTo>
                    <a:pt x="3894109" y="983714"/>
                    <a:pt x="3814784" y="1063039"/>
                    <a:pt x="3716932" y="1063039"/>
                  </a:cubicBezTo>
                  <a:lnTo>
                    <a:pt x="177177" y="1063039"/>
                  </a:lnTo>
                  <a:cubicBezTo>
                    <a:pt x="79325" y="1063039"/>
                    <a:pt x="0" y="983714"/>
                    <a:pt x="0" y="885862"/>
                  </a:cubicBezTo>
                  <a:lnTo>
                    <a:pt x="0" y="177177"/>
                  </a:lnTo>
                  <a:close/>
                </a:path>
              </a:pathLst>
            </a:custGeom>
            <a:solidFill>
              <a:schemeClr val="accent6"/>
            </a:solidFill>
          </p:spPr>
          <p:style>
            <a:lnRef idx="2">
              <a:schemeClr val="accent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0953" tIns="101423" rIns="150953" bIns="101423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/>
                <a:t>Project Manager (PM)</a:t>
              </a:r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8911A924-9E34-85E3-AB5C-4B9D410DA11D}"/>
                </a:ext>
              </a:extLst>
            </p:cNvPr>
            <p:cNvSpPr/>
            <p:nvPr/>
          </p:nvSpPr>
          <p:spPr>
            <a:xfrm>
              <a:off x="2565401" y="5085064"/>
              <a:ext cx="8934194" cy="1063040"/>
            </a:xfrm>
            <a:custGeom>
              <a:avLst/>
              <a:gdLst>
                <a:gd name="csX0" fmla="*/ 141741 w 850431"/>
                <a:gd name="csY0" fmla="*/ 0 h 6922861"/>
                <a:gd name="csX1" fmla="*/ 708690 w 850431"/>
                <a:gd name="csY1" fmla="*/ 0 h 6922861"/>
                <a:gd name="csX2" fmla="*/ 850431 w 850431"/>
                <a:gd name="csY2" fmla="*/ 141741 h 6922861"/>
                <a:gd name="csX3" fmla="*/ 850431 w 850431"/>
                <a:gd name="csY3" fmla="*/ 6922861 h 6922861"/>
                <a:gd name="csX4" fmla="*/ 850431 w 850431"/>
                <a:gd name="csY4" fmla="*/ 6922861 h 6922861"/>
                <a:gd name="csX5" fmla="*/ 0 w 850431"/>
                <a:gd name="csY5" fmla="*/ 6922861 h 6922861"/>
                <a:gd name="csX6" fmla="*/ 0 w 850431"/>
                <a:gd name="csY6" fmla="*/ 6922861 h 6922861"/>
                <a:gd name="csX7" fmla="*/ 0 w 850431"/>
                <a:gd name="csY7" fmla="*/ 141741 h 6922861"/>
                <a:gd name="csX8" fmla="*/ 141741 w 850431"/>
                <a:gd name="csY8" fmla="*/ 0 h 6922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50431" h="6922861">
                  <a:moveTo>
                    <a:pt x="850431" y="1153833"/>
                  </a:moveTo>
                  <a:lnTo>
                    <a:pt x="850431" y="5769028"/>
                  </a:lnTo>
                  <a:cubicBezTo>
                    <a:pt x="850431" y="6406267"/>
                    <a:pt x="842635" y="6922857"/>
                    <a:pt x="833019" y="6922857"/>
                  </a:cubicBezTo>
                  <a:lnTo>
                    <a:pt x="0" y="6922857"/>
                  </a:lnTo>
                  <a:lnTo>
                    <a:pt x="0" y="6922857"/>
                  </a:lnTo>
                  <a:lnTo>
                    <a:pt x="0" y="4"/>
                  </a:lnTo>
                  <a:lnTo>
                    <a:pt x="0" y="4"/>
                  </a:lnTo>
                  <a:lnTo>
                    <a:pt x="833019" y="4"/>
                  </a:lnTo>
                  <a:cubicBezTo>
                    <a:pt x="842635" y="4"/>
                    <a:pt x="850431" y="516594"/>
                    <a:pt x="850431" y="1153833"/>
                  </a:cubicBezTo>
                  <a:close/>
                </a:path>
              </a:pathLst>
            </a:custGeom>
          </p:spPr>
          <p:style>
            <a:lnRef idx="2">
              <a:schemeClr val="accent2"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65340" rIns="289164" bIns="165340" numCol="1" spcCol="1270" anchor="ctr" anchorCtr="0">
              <a:noAutofit/>
            </a:bodyPr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/>
                <a:t>Technical authority responsible for architecture governance, technical standards, and IP development</a:t>
              </a: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/>
                <a:t>Conducts mandatory QA gates and provides expert guidance on complex design topics</a:t>
              </a:r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3F2C9718-8EF2-4CE1-B5B6-26280D9408CD}"/>
                </a:ext>
              </a:extLst>
            </p:cNvPr>
            <p:cNvSpPr/>
            <p:nvPr/>
          </p:nvSpPr>
          <p:spPr>
            <a:xfrm>
              <a:off x="682624" y="5085065"/>
              <a:ext cx="1998633" cy="1063039"/>
            </a:xfrm>
            <a:custGeom>
              <a:avLst/>
              <a:gdLst>
                <a:gd name="csX0" fmla="*/ 0 w 3894109"/>
                <a:gd name="csY0" fmla="*/ 177177 h 1063039"/>
                <a:gd name="csX1" fmla="*/ 177177 w 3894109"/>
                <a:gd name="csY1" fmla="*/ 0 h 1063039"/>
                <a:gd name="csX2" fmla="*/ 3716932 w 3894109"/>
                <a:gd name="csY2" fmla="*/ 0 h 1063039"/>
                <a:gd name="csX3" fmla="*/ 3894109 w 3894109"/>
                <a:gd name="csY3" fmla="*/ 177177 h 1063039"/>
                <a:gd name="csX4" fmla="*/ 3894109 w 3894109"/>
                <a:gd name="csY4" fmla="*/ 885862 h 1063039"/>
                <a:gd name="csX5" fmla="*/ 3716932 w 3894109"/>
                <a:gd name="csY5" fmla="*/ 1063039 h 1063039"/>
                <a:gd name="csX6" fmla="*/ 177177 w 3894109"/>
                <a:gd name="csY6" fmla="*/ 1063039 h 1063039"/>
                <a:gd name="csX7" fmla="*/ 0 w 3894109"/>
                <a:gd name="csY7" fmla="*/ 885862 h 1063039"/>
                <a:gd name="csX8" fmla="*/ 0 w 3894109"/>
                <a:gd name="csY8" fmla="*/ 177177 h 10630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894109" h="1063039">
                  <a:moveTo>
                    <a:pt x="0" y="177177"/>
                  </a:moveTo>
                  <a:cubicBezTo>
                    <a:pt x="0" y="79325"/>
                    <a:pt x="79325" y="0"/>
                    <a:pt x="177177" y="0"/>
                  </a:cubicBezTo>
                  <a:lnTo>
                    <a:pt x="3716932" y="0"/>
                  </a:lnTo>
                  <a:cubicBezTo>
                    <a:pt x="3814784" y="0"/>
                    <a:pt x="3894109" y="79325"/>
                    <a:pt x="3894109" y="177177"/>
                  </a:cubicBezTo>
                  <a:lnTo>
                    <a:pt x="3894109" y="885862"/>
                  </a:lnTo>
                  <a:cubicBezTo>
                    <a:pt x="3894109" y="983714"/>
                    <a:pt x="3814784" y="1063039"/>
                    <a:pt x="3716932" y="1063039"/>
                  </a:cubicBezTo>
                  <a:lnTo>
                    <a:pt x="177177" y="1063039"/>
                  </a:lnTo>
                  <a:cubicBezTo>
                    <a:pt x="79325" y="1063039"/>
                    <a:pt x="0" y="983714"/>
                    <a:pt x="0" y="885862"/>
                  </a:cubicBezTo>
                  <a:lnTo>
                    <a:pt x="0" y="177177"/>
                  </a:lnTo>
                  <a:close/>
                </a:path>
              </a:pathLst>
            </a:custGeom>
            <a:solidFill>
              <a:schemeClr val="accent6"/>
            </a:solidFill>
          </p:spPr>
          <p:style>
            <a:lnRef idx="2">
              <a:schemeClr val="accent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0953" tIns="101423" rIns="150953" bIns="101423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/>
                <a:t>Domain Lead (DL)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7351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73875-415B-A953-5686-0A1A921DF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6E0A6B-7E5A-35FD-CD01-DDBC14D0B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Roles</a:t>
            </a:r>
            <a:r>
              <a:rPr lang="de-DE"/>
              <a:t> in </a:t>
            </a:r>
            <a:r>
              <a:rPr lang="de-DE" err="1"/>
              <a:t>future</a:t>
            </a:r>
            <a:r>
              <a:rPr lang="de-DE"/>
              <a:t> </a:t>
            </a:r>
            <a:r>
              <a:rPr lang="de-DE" err="1"/>
              <a:t>target</a:t>
            </a:r>
            <a:r>
              <a:rPr lang="de-DE"/>
              <a:t> </a:t>
            </a:r>
            <a:r>
              <a:rPr lang="de-DE" err="1"/>
              <a:t>organization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3787169-01C5-9383-693E-84E006D165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err="1"/>
              <a:t>Delivery</a:t>
            </a:r>
            <a:r>
              <a:rPr lang="de-DE"/>
              <a:t> &amp; Practice </a:t>
            </a:r>
            <a:r>
              <a:rPr lang="de-DE" err="1"/>
              <a:t>Roles</a:t>
            </a:r>
            <a:r>
              <a:rPr lang="de-DE"/>
              <a:t>: AMS Practice</a:t>
            </a:r>
            <a:endParaRPr lang="en-US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668A8940-76D8-7098-8FAB-32390A7A9F9D}"/>
              </a:ext>
            </a:extLst>
          </p:cNvPr>
          <p:cNvGrpSpPr/>
          <p:nvPr/>
        </p:nvGrpSpPr>
        <p:grpSpPr>
          <a:xfrm>
            <a:off x="682624" y="2339384"/>
            <a:ext cx="10816971" cy="2179232"/>
            <a:chOff x="682624" y="2509781"/>
            <a:chExt cx="10816971" cy="2179232"/>
          </a:xfrm>
        </p:grpSpPr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53128F30-401B-6D38-85C3-51BA9113458A}"/>
                </a:ext>
              </a:extLst>
            </p:cNvPr>
            <p:cNvSpPr/>
            <p:nvPr/>
          </p:nvSpPr>
          <p:spPr>
            <a:xfrm>
              <a:off x="2565401" y="2509781"/>
              <a:ext cx="8934194" cy="1063040"/>
            </a:xfrm>
            <a:custGeom>
              <a:avLst/>
              <a:gdLst>
                <a:gd name="csX0" fmla="*/ 141741 w 850431"/>
                <a:gd name="csY0" fmla="*/ 0 h 6922861"/>
                <a:gd name="csX1" fmla="*/ 708690 w 850431"/>
                <a:gd name="csY1" fmla="*/ 0 h 6922861"/>
                <a:gd name="csX2" fmla="*/ 850431 w 850431"/>
                <a:gd name="csY2" fmla="*/ 141741 h 6922861"/>
                <a:gd name="csX3" fmla="*/ 850431 w 850431"/>
                <a:gd name="csY3" fmla="*/ 6922861 h 6922861"/>
                <a:gd name="csX4" fmla="*/ 850431 w 850431"/>
                <a:gd name="csY4" fmla="*/ 6922861 h 6922861"/>
                <a:gd name="csX5" fmla="*/ 0 w 850431"/>
                <a:gd name="csY5" fmla="*/ 6922861 h 6922861"/>
                <a:gd name="csX6" fmla="*/ 0 w 850431"/>
                <a:gd name="csY6" fmla="*/ 6922861 h 6922861"/>
                <a:gd name="csX7" fmla="*/ 0 w 850431"/>
                <a:gd name="csY7" fmla="*/ 141741 h 6922861"/>
                <a:gd name="csX8" fmla="*/ 141741 w 850431"/>
                <a:gd name="csY8" fmla="*/ 0 h 6922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50431" h="6922861">
                  <a:moveTo>
                    <a:pt x="850431" y="1153833"/>
                  </a:moveTo>
                  <a:lnTo>
                    <a:pt x="850431" y="5769028"/>
                  </a:lnTo>
                  <a:cubicBezTo>
                    <a:pt x="850431" y="6406267"/>
                    <a:pt x="842635" y="6922857"/>
                    <a:pt x="833019" y="6922857"/>
                  </a:cubicBezTo>
                  <a:lnTo>
                    <a:pt x="0" y="6922857"/>
                  </a:lnTo>
                  <a:lnTo>
                    <a:pt x="0" y="6922857"/>
                  </a:lnTo>
                  <a:lnTo>
                    <a:pt x="0" y="4"/>
                  </a:lnTo>
                  <a:lnTo>
                    <a:pt x="0" y="4"/>
                  </a:lnTo>
                  <a:lnTo>
                    <a:pt x="833019" y="4"/>
                  </a:lnTo>
                  <a:cubicBezTo>
                    <a:pt x="842635" y="4"/>
                    <a:pt x="850431" y="516594"/>
                    <a:pt x="850431" y="1153833"/>
                  </a:cubicBezTo>
                  <a:close/>
                </a:path>
              </a:pathLst>
            </a:custGeom>
          </p:spPr>
          <p:style>
            <a:lnRef idx="2">
              <a:schemeClr val="accent2"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65339" rIns="289164" bIns="165341" numCol="1" spcCol="1270" anchor="ctr" anchorCtr="0">
              <a:noAutofit/>
            </a:bodyPr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/>
                <a:t>Manages the ongoing customer relationship and SLA performance for AMS clients</a:t>
              </a: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/>
                <a:t>Oversees AMS engineers and ensures operational stability and customer satisfaction</a:t>
              </a:r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C4989043-3E04-D8F5-2A69-BA33A8C3CCFA}"/>
                </a:ext>
              </a:extLst>
            </p:cNvPr>
            <p:cNvSpPr/>
            <p:nvPr/>
          </p:nvSpPr>
          <p:spPr>
            <a:xfrm>
              <a:off x="682624" y="2509782"/>
              <a:ext cx="1998633" cy="1063039"/>
            </a:xfrm>
            <a:custGeom>
              <a:avLst/>
              <a:gdLst>
                <a:gd name="csX0" fmla="*/ 0 w 3894109"/>
                <a:gd name="csY0" fmla="*/ 177177 h 1063039"/>
                <a:gd name="csX1" fmla="*/ 177177 w 3894109"/>
                <a:gd name="csY1" fmla="*/ 0 h 1063039"/>
                <a:gd name="csX2" fmla="*/ 3716932 w 3894109"/>
                <a:gd name="csY2" fmla="*/ 0 h 1063039"/>
                <a:gd name="csX3" fmla="*/ 3894109 w 3894109"/>
                <a:gd name="csY3" fmla="*/ 177177 h 1063039"/>
                <a:gd name="csX4" fmla="*/ 3894109 w 3894109"/>
                <a:gd name="csY4" fmla="*/ 885862 h 1063039"/>
                <a:gd name="csX5" fmla="*/ 3716932 w 3894109"/>
                <a:gd name="csY5" fmla="*/ 1063039 h 1063039"/>
                <a:gd name="csX6" fmla="*/ 177177 w 3894109"/>
                <a:gd name="csY6" fmla="*/ 1063039 h 1063039"/>
                <a:gd name="csX7" fmla="*/ 0 w 3894109"/>
                <a:gd name="csY7" fmla="*/ 885862 h 1063039"/>
                <a:gd name="csX8" fmla="*/ 0 w 3894109"/>
                <a:gd name="csY8" fmla="*/ 177177 h 10630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894109" h="1063039">
                  <a:moveTo>
                    <a:pt x="0" y="177177"/>
                  </a:moveTo>
                  <a:cubicBezTo>
                    <a:pt x="0" y="79325"/>
                    <a:pt x="79325" y="0"/>
                    <a:pt x="177177" y="0"/>
                  </a:cubicBezTo>
                  <a:lnTo>
                    <a:pt x="3716932" y="0"/>
                  </a:lnTo>
                  <a:cubicBezTo>
                    <a:pt x="3814784" y="0"/>
                    <a:pt x="3894109" y="79325"/>
                    <a:pt x="3894109" y="177177"/>
                  </a:cubicBezTo>
                  <a:lnTo>
                    <a:pt x="3894109" y="885862"/>
                  </a:lnTo>
                  <a:cubicBezTo>
                    <a:pt x="3894109" y="983714"/>
                    <a:pt x="3814784" y="1063039"/>
                    <a:pt x="3716932" y="1063039"/>
                  </a:cubicBezTo>
                  <a:lnTo>
                    <a:pt x="177177" y="1063039"/>
                  </a:lnTo>
                  <a:cubicBezTo>
                    <a:pt x="79325" y="1063039"/>
                    <a:pt x="0" y="983714"/>
                    <a:pt x="0" y="885862"/>
                  </a:cubicBezTo>
                  <a:lnTo>
                    <a:pt x="0" y="177177"/>
                  </a:lnTo>
                  <a:close/>
                </a:path>
              </a:pathLst>
            </a:custGeom>
            <a:solidFill>
              <a:schemeClr val="accent6"/>
            </a:solidFill>
          </p:spPr>
          <p:style>
            <a:lnRef idx="2">
              <a:schemeClr val="accent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0953" tIns="101423" rIns="150953" bIns="101423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/>
                <a:t>Service Delivery Manager (SDM)</a:t>
              </a:r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22570856-EDD2-5E4F-65EA-38E67058686B}"/>
                </a:ext>
              </a:extLst>
            </p:cNvPr>
            <p:cNvSpPr/>
            <p:nvPr/>
          </p:nvSpPr>
          <p:spPr>
            <a:xfrm>
              <a:off x="2565401" y="3625973"/>
              <a:ext cx="8934194" cy="1063040"/>
            </a:xfrm>
            <a:custGeom>
              <a:avLst/>
              <a:gdLst>
                <a:gd name="csX0" fmla="*/ 141741 w 850431"/>
                <a:gd name="csY0" fmla="*/ 0 h 6922861"/>
                <a:gd name="csX1" fmla="*/ 708690 w 850431"/>
                <a:gd name="csY1" fmla="*/ 0 h 6922861"/>
                <a:gd name="csX2" fmla="*/ 850431 w 850431"/>
                <a:gd name="csY2" fmla="*/ 141741 h 6922861"/>
                <a:gd name="csX3" fmla="*/ 850431 w 850431"/>
                <a:gd name="csY3" fmla="*/ 6922861 h 6922861"/>
                <a:gd name="csX4" fmla="*/ 850431 w 850431"/>
                <a:gd name="csY4" fmla="*/ 6922861 h 6922861"/>
                <a:gd name="csX5" fmla="*/ 0 w 850431"/>
                <a:gd name="csY5" fmla="*/ 6922861 h 6922861"/>
                <a:gd name="csX6" fmla="*/ 0 w 850431"/>
                <a:gd name="csY6" fmla="*/ 6922861 h 6922861"/>
                <a:gd name="csX7" fmla="*/ 0 w 850431"/>
                <a:gd name="csY7" fmla="*/ 141741 h 6922861"/>
                <a:gd name="csX8" fmla="*/ 141741 w 850431"/>
                <a:gd name="csY8" fmla="*/ 0 h 6922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50431" h="6922861">
                  <a:moveTo>
                    <a:pt x="850431" y="1153833"/>
                  </a:moveTo>
                  <a:lnTo>
                    <a:pt x="850431" y="5769028"/>
                  </a:lnTo>
                  <a:cubicBezTo>
                    <a:pt x="850431" y="6406267"/>
                    <a:pt x="842635" y="6922857"/>
                    <a:pt x="833019" y="6922857"/>
                  </a:cubicBezTo>
                  <a:lnTo>
                    <a:pt x="0" y="6922857"/>
                  </a:lnTo>
                  <a:lnTo>
                    <a:pt x="0" y="6922857"/>
                  </a:lnTo>
                  <a:lnTo>
                    <a:pt x="0" y="4"/>
                  </a:lnTo>
                  <a:lnTo>
                    <a:pt x="0" y="4"/>
                  </a:lnTo>
                  <a:lnTo>
                    <a:pt x="833019" y="4"/>
                  </a:lnTo>
                  <a:cubicBezTo>
                    <a:pt x="842635" y="4"/>
                    <a:pt x="850431" y="516594"/>
                    <a:pt x="850431" y="1153833"/>
                  </a:cubicBezTo>
                  <a:close/>
                </a:path>
              </a:pathLst>
            </a:custGeom>
          </p:spPr>
          <p:style>
            <a:lnRef idx="2">
              <a:schemeClr val="accent2"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65339" rIns="289164" bIns="165341" numCol="1" spcCol="1270" anchor="ctr" anchorCtr="0">
              <a:noAutofit/>
            </a:bodyPr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/>
                <a:t>Coordinates the smooth handover from project delivery to the AMS recurring service</a:t>
              </a: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/>
                <a:t>Validates documentation completeness, knowledge transfer, and runbook readiness</a:t>
              </a:r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9FF6DF1E-D7BB-8848-5032-A4EAE551C79B}"/>
                </a:ext>
              </a:extLst>
            </p:cNvPr>
            <p:cNvSpPr/>
            <p:nvPr/>
          </p:nvSpPr>
          <p:spPr>
            <a:xfrm>
              <a:off x="682624" y="3625973"/>
              <a:ext cx="1998633" cy="1063039"/>
            </a:xfrm>
            <a:custGeom>
              <a:avLst/>
              <a:gdLst>
                <a:gd name="csX0" fmla="*/ 0 w 3894109"/>
                <a:gd name="csY0" fmla="*/ 177177 h 1063039"/>
                <a:gd name="csX1" fmla="*/ 177177 w 3894109"/>
                <a:gd name="csY1" fmla="*/ 0 h 1063039"/>
                <a:gd name="csX2" fmla="*/ 3716932 w 3894109"/>
                <a:gd name="csY2" fmla="*/ 0 h 1063039"/>
                <a:gd name="csX3" fmla="*/ 3894109 w 3894109"/>
                <a:gd name="csY3" fmla="*/ 177177 h 1063039"/>
                <a:gd name="csX4" fmla="*/ 3894109 w 3894109"/>
                <a:gd name="csY4" fmla="*/ 885862 h 1063039"/>
                <a:gd name="csX5" fmla="*/ 3716932 w 3894109"/>
                <a:gd name="csY5" fmla="*/ 1063039 h 1063039"/>
                <a:gd name="csX6" fmla="*/ 177177 w 3894109"/>
                <a:gd name="csY6" fmla="*/ 1063039 h 1063039"/>
                <a:gd name="csX7" fmla="*/ 0 w 3894109"/>
                <a:gd name="csY7" fmla="*/ 885862 h 1063039"/>
                <a:gd name="csX8" fmla="*/ 0 w 3894109"/>
                <a:gd name="csY8" fmla="*/ 177177 h 10630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894109" h="1063039">
                  <a:moveTo>
                    <a:pt x="0" y="177177"/>
                  </a:moveTo>
                  <a:cubicBezTo>
                    <a:pt x="0" y="79325"/>
                    <a:pt x="79325" y="0"/>
                    <a:pt x="177177" y="0"/>
                  </a:cubicBezTo>
                  <a:lnTo>
                    <a:pt x="3716932" y="0"/>
                  </a:lnTo>
                  <a:cubicBezTo>
                    <a:pt x="3814784" y="0"/>
                    <a:pt x="3894109" y="79325"/>
                    <a:pt x="3894109" y="177177"/>
                  </a:cubicBezTo>
                  <a:lnTo>
                    <a:pt x="3894109" y="885862"/>
                  </a:lnTo>
                  <a:cubicBezTo>
                    <a:pt x="3894109" y="983714"/>
                    <a:pt x="3814784" y="1063039"/>
                    <a:pt x="3716932" y="1063039"/>
                  </a:cubicBezTo>
                  <a:lnTo>
                    <a:pt x="177177" y="1063039"/>
                  </a:lnTo>
                  <a:cubicBezTo>
                    <a:pt x="79325" y="1063039"/>
                    <a:pt x="0" y="983714"/>
                    <a:pt x="0" y="885862"/>
                  </a:cubicBezTo>
                  <a:lnTo>
                    <a:pt x="0" y="177177"/>
                  </a:lnTo>
                  <a:close/>
                </a:path>
              </a:pathLst>
            </a:custGeom>
            <a:solidFill>
              <a:schemeClr val="accent6"/>
            </a:solidFill>
          </p:spPr>
          <p:style>
            <a:lnRef idx="2">
              <a:schemeClr val="accent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0953" tIns="101423" rIns="150953" bIns="101423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/>
                <a:t>Service Transition Manager (STM)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0633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999BC-A677-D5FD-800B-235E63D76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el 42">
            <a:extLst>
              <a:ext uri="{FF2B5EF4-FFF2-40B4-BE49-F238E27FC236}">
                <a16:creationId xmlns:a16="http://schemas.microsoft.com/office/drawing/2014/main" id="{10FB28F7-40E4-E054-1EF6-270DA231C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Timeline</a:t>
            </a:r>
            <a:endParaRPr lang="en-US"/>
          </a:p>
        </p:txBody>
      </p:sp>
      <p:sp>
        <p:nvSpPr>
          <p:cNvPr id="44" name="Textplatzhalter 43">
            <a:extLst>
              <a:ext uri="{FF2B5EF4-FFF2-40B4-BE49-F238E27FC236}">
                <a16:creationId xmlns:a16="http://schemas.microsoft.com/office/drawing/2014/main" id="{DCAB8DE0-1A54-B058-AF98-E7EE58E8A8B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AutoShape 3">
            <a:extLst>
              <a:ext uri="{FF2B5EF4-FFF2-40B4-BE49-F238E27FC236}">
                <a16:creationId xmlns:a16="http://schemas.microsoft.com/office/drawing/2014/main" id="{999F81EA-0168-90EC-DC30-CC5BCA1F0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4" y="1926332"/>
            <a:ext cx="2220819" cy="503237"/>
          </a:xfrm>
          <a:prstGeom prst="homePlate">
            <a:avLst>
              <a:gd name="adj" fmla="val 29179"/>
            </a:avLst>
          </a:prstGeom>
          <a:solidFill>
            <a:schemeClr val="accent2"/>
          </a:solidFill>
          <a:ln>
            <a:noFill/>
          </a:ln>
          <a:effectLst/>
        </p:spPr>
        <p:txBody>
          <a:bodyPr lIns="90000" tIns="36000" rIns="90000" bIns="36000" anchor="t"/>
          <a:lstStyle/>
          <a:p>
            <a:pPr algn="ctr" eaLnBrk="0" hangingPunct="0">
              <a:lnSpc>
                <a:spcPct val="90000"/>
              </a:lnSpc>
              <a:buClr>
                <a:srgbClr val="0F337D"/>
              </a:buClr>
              <a:buSzPct val="65000"/>
            </a:pPr>
            <a:r>
              <a:rPr lang="en-US" sz="1000"/>
              <a:t>Phase 0</a:t>
            </a:r>
          </a:p>
          <a:p>
            <a:pPr algn="ctr" eaLnBrk="0" hangingPunct="0">
              <a:lnSpc>
                <a:spcPct val="90000"/>
              </a:lnSpc>
              <a:buClr>
                <a:srgbClr val="0F337D"/>
              </a:buClr>
              <a:buSzPct val="65000"/>
            </a:pPr>
            <a:r>
              <a:rPr lang="en-US" sz="1000">
                <a:latin typeface="+mj-lt"/>
              </a:rPr>
              <a:t>Starting point</a:t>
            </a:r>
          </a:p>
        </p:txBody>
      </p:sp>
      <p:sp>
        <p:nvSpPr>
          <p:cNvPr id="18" name="AutoShape 5">
            <a:extLst>
              <a:ext uri="{FF2B5EF4-FFF2-40B4-BE49-F238E27FC236}">
                <a16:creationId xmlns:a16="http://schemas.microsoft.com/office/drawing/2014/main" id="{D14AD5DC-A028-B8D2-0F32-F5B1F83FB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7969" y="1936182"/>
            <a:ext cx="2130647" cy="503237"/>
          </a:xfrm>
          <a:prstGeom prst="chevron">
            <a:avLst>
              <a:gd name="adj" fmla="val 32470"/>
            </a:avLst>
          </a:prstGeom>
          <a:solidFill>
            <a:schemeClr val="accent2"/>
          </a:solidFill>
          <a:ln>
            <a:noFill/>
          </a:ln>
          <a:effectLst/>
        </p:spPr>
        <p:txBody>
          <a:bodyPr lIns="90000" tIns="36000" rIns="90000" bIns="36000" anchor="t"/>
          <a:lstStyle/>
          <a:p>
            <a:pPr algn="ctr" eaLnBrk="0" hangingPunct="0">
              <a:lnSpc>
                <a:spcPct val="90000"/>
              </a:lnSpc>
              <a:buClr>
                <a:srgbClr val="0F337D"/>
              </a:buClr>
              <a:buSzPct val="65000"/>
              <a:buFont typeface="Wingdings" pitchFamily="2" charset="2"/>
              <a:buNone/>
            </a:pPr>
            <a:r>
              <a:rPr lang="en-US" sz="1000"/>
              <a:t>Phase 4</a:t>
            </a:r>
          </a:p>
          <a:p>
            <a:pPr algn="ctr" eaLnBrk="0" hangingPunct="0">
              <a:lnSpc>
                <a:spcPct val="90000"/>
              </a:lnSpc>
              <a:buClr>
                <a:srgbClr val="0F337D"/>
              </a:buClr>
              <a:buSzPct val="65000"/>
              <a:buFont typeface="Wingdings" pitchFamily="2" charset="2"/>
              <a:buNone/>
            </a:pPr>
            <a:r>
              <a:rPr lang="en-US" sz="1000">
                <a:latin typeface="+mj-lt"/>
              </a:rPr>
              <a:t>Scaling &amp; Internationalization</a:t>
            </a:r>
          </a:p>
        </p:txBody>
      </p:sp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AFDB4383-0BA5-B86F-B57A-544D4A40B24A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72800" y="2952751"/>
            <a:ext cx="1919421" cy="25897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de-DE"/>
            </a:defPPr>
            <a:lvl1pPr marL="180000" indent="-18000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200">
                <a:solidFill>
                  <a:srgbClr val="4B5564"/>
                </a:solidFill>
              </a:defRPr>
            </a:lvl1pPr>
            <a:lvl2pPr marL="360000" indent="-180000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/>
            </a:lvl2pPr>
            <a:lvl3pPr marL="540000" indent="-180000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/>
            </a:lvl3pPr>
            <a:lvl4pPr marL="720000" indent="-180975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/>
            </a:lvl4pPr>
            <a:lvl5pPr marL="898525" indent="-180000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/>
            </a:lvl5pPr>
            <a:lvl6pPr marL="1079500" indent="-180975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/>
            </a:lvl6pPr>
            <a:lvl7pPr marL="1260000" indent="-180000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 baseline="0"/>
            </a:lvl7pPr>
            <a:lvl8pPr marL="1440000" indent="-180975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 baseline="0"/>
            </a:lvl8pPr>
            <a:lvl9pPr marL="1620000" indent="-180975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/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sz="1000">
                <a:solidFill>
                  <a:schemeClr val="tx1"/>
                </a:solidFill>
                <a:latin typeface="+mj-lt"/>
              </a:rPr>
              <a:t>Implemented / Prerequisite</a:t>
            </a:r>
          </a:p>
          <a:p>
            <a:pPr>
              <a:spcBef>
                <a:spcPts val="300"/>
              </a:spcBef>
            </a:pPr>
            <a:r>
              <a:rPr lang="en-US" sz="1000">
                <a:solidFill>
                  <a:schemeClr val="tx1"/>
                </a:solidFill>
              </a:rPr>
              <a:t>MBO completed, RCIM as an independent entity
Existing delivery structures from </a:t>
            </a:r>
            <a:r>
              <a:rPr lang="en-US" sz="1000" err="1">
                <a:solidFill>
                  <a:schemeClr val="tx1"/>
                </a:solidFill>
              </a:rPr>
              <a:t>tkIM</a:t>
            </a:r>
            <a:r>
              <a:rPr lang="en-US" sz="1000">
                <a:solidFill>
                  <a:schemeClr val="tx1"/>
                </a:solidFill>
              </a:rPr>
              <a:t> continue to run
Initial governance documents defined (TOM, role model, SCC)
Focus: </a:t>
            </a:r>
            <a:r>
              <a:rPr lang="en-US" sz="1000" b="1">
                <a:solidFill>
                  <a:schemeClr val="tx1"/>
                </a:solidFill>
              </a:rPr>
              <a:t>Stability, customer continuity </a:t>
            </a:r>
            <a:r>
              <a:rPr lang="en-US" sz="1000">
                <a:solidFill>
                  <a:schemeClr val="tx1"/>
                </a:solidFill>
              </a:rPr>
              <a:t>(</a:t>
            </a:r>
            <a:r>
              <a:rPr lang="en-US" sz="1000" err="1">
                <a:solidFill>
                  <a:schemeClr val="tx1"/>
                </a:solidFill>
              </a:rPr>
              <a:t>thyssenkrupp</a:t>
            </a:r>
            <a:r>
              <a:rPr lang="en-US" sz="10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3B215DBA-8127-4DB2-2A5B-4997C5360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797" y="2481447"/>
            <a:ext cx="1919421" cy="424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50E1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36000" rIns="0" bIns="36000"/>
          <a:lstStyle/>
          <a:p>
            <a:pPr algn="ctr">
              <a:buNone/>
            </a:pPr>
            <a:r>
              <a:rPr lang="en-US" sz="1000">
                <a:latin typeface="+mj-lt"/>
              </a:rPr>
              <a:t>Goal: To ensure operational capability after MBO</a:t>
            </a:r>
          </a:p>
        </p:txBody>
      </p:sp>
      <p:sp>
        <p:nvSpPr>
          <p:cNvPr id="21" name="Line 12">
            <a:extLst>
              <a:ext uri="{FF2B5EF4-FFF2-40B4-BE49-F238E27FC236}">
                <a16:creationId xmlns:a16="http://schemas.microsoft.com/office/drawing/2014/main" id="{318E1C7A-509D-ADA7-4043-4CA290BD33C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2797" y="2880927"/>
            <a:ext cx="1919421" cy="0"/>
          </a:xfrm>
          <a:prstGeom prst="line">
            <a:avLst/>
          </a:prstGeom>
          <a:ln w="12700">
            <a:solidFill>
              <a:srgbClr val="7887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54000" tIns="36000" rIns="54000" bIns="36000" anchor="ctr"/>
          <a:lstStyle/>
          <a:p>
            <a:pPr algn="ctr"/>
            <a:endParaRPr lang="en-US" sz="1000">
              <a:latin typeface="+mj-lt"/>
            </a:endParaRPr>
          </a:p>
        </p:txBody>
      </p:sp>
      <p:sp>
        <p:nvSpPr>
          <p:cNvPr id="22" name="Textplatzhalter 2">
            <a:extLst>
              <a:ext uri="{FF2B5EF4-FFF2-40B4-BE49-F238E27FC236}">
                <a16:creationId xmlns:a16="http://schemas.microsoft.com/office/drawing/2014/main" id="{2485B6B3-CE96-C285-09AF-DC60E0B5DD28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9377969" y="2952749"/>
            <a:ext cx="1919420" cy="25897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de-DE"/>
            </a:defPPr>
            <a:lvl1pPr indent="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None/>
              <a:defRPr sz="1200">
                <a:solidFill>
                  <a:srgbClr val="4B5564"/>
                </a:solidFill>
                <a:latin typeface="+mj-lt"/>
              </a:defRPr>
            </a:lvl1pPr>
            <a:lvl2pPr marL="360000" indent="-180000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/>
            </a:lvl2pPr>
            <a:lvl3pPr marL="540000" indent="-180000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/>
            </a:lvl3pPr>
            <a:lvl4pPr marL="720000" indent="-180975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/>
            </a:lvl4pPr>
            <a:lvl5pPr marL="898525" indent="-180000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/>
            </a:lvl5pPr>
            <a:lvl6pPr marL="1079500" indent="-180975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/>
            </a:lvl6pPr>
            <a:lvl7pPr marL="1260000" indent="-180000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 baseline="0"/>
            </a:lvl7pPr>
            <a:lvl8pPr marL="1440000" indent="-180975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 baseline="0"/>
            </a:lvl8pPr>
            <a:lvl9pPr marL="1620000" indent="-180975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/>
            </a:lvl9pPr>
          </a:lstStyle>
          <a:p>
            <a:pPr>
              <a:spcBef>
                <a:spcPts val="300"/>
              </a:spcBef>
            </a:pPr>
            <a:r>
              <a:rPr lang="en-US" sz="1000">
                <a:solidFill>
                  <a:schemeClr val="tx1"/>
                </a:solidFill>
              </a:rPr>
              <a:t>Core measures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1"/>
                </a:solidFill>
                <a:latin typeface="+mn-lt"/>
              </a:rPr>
              <a:t>International expansion
Growth in external sales
Expansion of recurring AMS revenues
Solution Lifecycle Management (Invest / Scale / Sunset)</a:t>
            </a:r>
          </a:p>
        </p:txBody>
      </p:sp>
      <p:sp>
        <p:nvSpPr>
          <p:cNvPr id="23" name="Rectangle 11">
            <a:extLst>
              <a:ext uri="{FF2B5EF4-FFF2-40B4-BE49-F238E27FC236}">
                <a16:creationId xmlns:a16="http://schemas.microsoft.com/office/drawing/2014/main" id="{BA30FA20-2030-445A-7DBB-56858ED3F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7968" y="2481447"/>
            <a:ext cx="1919420" cy="424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50E1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36000" rIns="0" bIns="36000"/>
          <a:lstStyle/>
          <a:p>
            <a:pPr algn="ctr" eaLnBrk="0" hangingPunct="0">
              <a:lnSpc>
                <a:spcPct val="90000"/>
              </a:lnSpc>
              <a:spcAft>
                <a:spcPts val="600"/>
              </a:spcAft>
              <a:buClr>
                <a:srgbClr val="0F337D"/>
              </a:buClr>
              <a:buSzPct val="65000"/>
            </a:pPr>
            <a:r>
              <a:rPr lang="en-US" sz="1000">
                <a:latin typeface="+mj-lt"/>
              </a:rPr>
              <a:t>Goal: Growth without structural break</a:t>
            </a:r>
          </a:p>
        </p:txBody>
      </p:sp>
      <p:sp>
        <p:nvSpPr>
          <p:cNvPr id="24" name="Line 13">
            <a:extLst>
              <a:ext uri="{FF2B5EF4-FFF2-40B4-BE49-F238E27FC236}">
                <a16:creationId xmlns:a16="http://schemas.microsoft.com/office/drawing/2014/main" id="{820328D1-0696-1ECF-0426-E5E2A3B1A49E}"/>
              </a:ext>
            </a:extLst>
          </p:cNvPr>
          <p:cNvSpPr>
            <a:spLocks noChangeShapeType="1"/>
          </p:cNvSpPr>
          <p:nvPr/>
        </p:nvSpPr>
        <p:spPr bwMode="auto">
          <a:xfrm>
            <a:off x="9377968" y="2880927"/>
            <a:ext cx="1919420" cy="0"/>
          </a:xfrm>
          <a:prstGeom prst="line">
            <a:avLst/>
          </a:prstGeom>
          <a:ln w="12700">
            <a:solidFill>
              <a:srgbClr val="7887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54000" tIns="36000" rIns="54000" bIns="36000" anchor="ctr"/>
          <a:lstStyle/>
          <a:p>
            <a:pPr algn="ctr"/>
            <a:endParaRPr lang="en-US" sz="1000">
              <a:latin typeface="+mj-lt"/>
            </a:endParaRPr>
          </a:p>
        </p:txBody>
      </p:sp>
      <p:sp>
        <p:nvSpPr>
          <p:cNvPr id="25" name="AutoShape 5">
            <a:extLst>
              <a:ext uri="{FF2B5EF4-FFF2-40B4-BE49-F238E27FC236}">
                <a16:creationId xmlns:a16="http://schemas.microsoft.com/office/drawing/2014/main" id="{B506C471-FA1E-B9D8-330F-D782F752B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090" y="1936182"/>
            <a:ext cx="2130647" cy="503237"/>
          </a:xfrm>
          <a:prstGeom prst="chevron">
            <a:avLst>
              <a:gd name="adj" fmla="val 32470"/>
            </a:avLst>
          </a:prstGeom>
          <a:solidFill>
            <a:schemeClr val="accent2"/>
          </a:solidFill>
          <a:ln>
            <a:noFill/>
          </a:ln>
          <a:effectLst/>
        </p:spPr>
        <p:txBody>
          <a:bodyPr lIns="90000" tIns="36000" rIns="90000" bIns="36000" anchor="t"/>
          <a:lstStyle/>
          <a:p>
            <a:pPr algn="ctr" eaLnBrk="0" hangingPunct="0">
              <a:lnSpc>
                <a:spcPct val="90000"/>
              </a:lnSpc>
              <a:buClr>
                <a:srgbClr val="0F337D"/>
              </a:buClr>
              <a:buSzPct val="65000"/>
              <a:buFont typeface="Wingdings" pitchFamily="2" charset="2"/>
              <a:buNone/>
            </a:pPr>
            <a:r>
              <a:rPr lang="en-US" sz="1000"/>
              <a:t>Phase 1</a:t>
            </a:r>
          </a:p>
          <a:p>
            <a:pPr algn="ctr" eaLnBrk="0" hangingPunct="0">
              <a:lnSpc>
                <a:spcPct val="90000"/>
              </a:lnSpc>
              <a:buClr>
                <a:srgbClr val="0F337D"/>
              </a:buClr>
              <a:buSzPct val="65000"/>
              <a:buFont typeface="Wingdings" pitchFamily="2" charset="2"/>
              <a:buNone/>
            </a:pPr>
            <a:r>
              <a:rPr lang="en-US" sz="1000">
                <a:latin typeface="+mj-lt"/>
              </a:rPr>
              <a:t>Decoupling &amp; Transparency</a:t>
            </a:r>
          </a:p>
        </p:txBody>
      </p:sp>
      <p:sp>
        <p:nvSpPr>
          <p:cNvPr id="26" name="Textplatzhalter 2">
            <a:extLst>
              <a:ext uri="{FF2B5EF4-FFF2-40B4-BE49-F238E27FC236}">
                <a16:creationId xmlns:a16="http://schemas.microsoft.com/office/drawing/2014/main" id="{2DF56F43-3EF1-4C09-AC64-F572A43A906A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2924090" y="2952750"/>
            <a:ext cx="1919420" cy="25897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de-DE"/>
            </a:defPPr>
            <a:lvl1pPr indent="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None/>
              <a:defRPr sz="1200">
                <a:solidFill>
                  <a:srgbClr val="4B5564"/>
                </a:solidFill>
                <a:latin typeface="+mj-lt"/>
              </a:defRPr>
            </a:lvl1pPr>
            <a:lvl2pPr marL="360000" indent="-180000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/>
            </a:lvl2pPr>
            <a:lvl3pPr marL="540000" indent="-180000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/>
            </a:lvl3pPr>
            <a:lvl4pPr marL="720000" indent="-180975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/>
            </a:lvl4pPr>
            <a:lvl5pPr marL="898525" indent="-180000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/>
            </a:lvl5pPr>
            <a:lvl6pPr marL="1079500" indent="-180975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/>
            </a:lvl6pPr>
            <a:lvl7pPr marL="1260000" indent="-180000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 baseline="0"/>
            </a:lvl7pPr>
            <a:lvl8pPr marL="1440000" indent="-180975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 baseline="0"/>
            </a:lvl8pPr>
            <a:lvl9pPr marL="1620000" indent="-180975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/>
            </a:lvl9pPr>
          </a:lstStyle>
          <a:p>
            <a:pPr>
              <a:spcBef>
                <a:spcPts val="300"/>
              </a:spcBef>
            </a:pPr>
            <a:r>
              <a:rPr lang="en-US" sz="1000">
                <a:solidFill>
                  <a:schemeClr val="tx1"/>
                </a:solidFill>
              </a:rPr>
              <a:t>Core measures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1"/>
                </a:solidFill>
                <a:latin typeface="+mn-lt"/>
              </a:rPr>
              <a:t>Introduction of </a:t>
            </a:r>
            <a:r>
              <a:rPr lang="en-US" sz="1000" b="1">
                <a:solidFill>
                  <a:schemeClr val="tx1"/>
                </a:solidFill>
                <a:latin typeface="+mn-lt"/>
              </a:rPr>
              <a:t>the Central Staffing Office (CSO)</a:t>
            </a:r>
            <a:br>
              <a:rPr lang="en-US" sz="1000" b="1">
                <a:solidFill>
                  <a:schemeClr val="tx1"/>
                </a:solidFill>
                <a:latin typeface="+mn-lt"/>
              </a:rPr>
            </a:br>
            <a:r>
              <a:rPr lang="en-US" sz="1000">
                <a:solidFill>
                  <a:schemeClr val="tx1"/>
                </a:solidFill>
                <a:latin typeface="+mn-lt"/>
              </a:rPr>
              <a:t>→ Central resource control instead of team/line logic
Transparent capacity and skill view across all consultants
Introduction of the first chapter leads (People Leadership)
CRM as a </a:t>
            </a:r>
            <a:r>
              <a:rPr lang="en-US" sz="1000" b="1">
                <a:solidFill>
                  <a:schemeClr val="tx1"/>
                </a:solidFill>
                <a:latin typeface="+mn-lt"/>
              </a:rPr>
              <a:t>single point of truth</a:t>
            </a:r>
            <a:r>
              <a:rPr lang="en-US" sz="1000">
                <a:solidFill>
                  <a:schemeClr val="tx1"/>
                </a:solidFill>
                <a:latin typeface="+mn-lt"/>
              </a:rPr>
              <a:t> for pipeline &amp; forecast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1"/>
                </a:solidFill>
                <a:latin typeface="+mn-lt"/>
              </a:rPr>
              <a:t>Alignment with workers council</a:t>
            </a:r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1BAA500D-2E44-D40D-27DE-A30D0B50E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089" y="2481447"/>
            <a:ext cx="1919420" cy="424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50E1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36000" rIns="0" bIns="36000"/>
          <a:lstStyle/>
          <a:p>
            <a:pPr algn="ctr">
              <a:buNone/>
            </a:pPr>
            <a:r>
              <a:rPr lang="en-US" sz="1000">
                <a:latin typeface="+mj-lt"/>
              </a:rPr>
              <a:t>Goal: Break down silos, create controllability</a:t>
            </a:r>
          </a:p>
        </p:txBody>
      </p:sp>
      <p:sp>
        <p:nvSpPr>
          <p:cNvPr id="28" name="Line 13">
            <a:extLst>
              <a:ext uri="{FF2B5EF4-FFF2-40B4-BE49-F238E27FC236}">
                <a16:creationId xmlns:a16="http://schemas.microsoft.com/office/drawing/2014/main" id="{6EE16F11-6345-DBE4-B4AD-926FB631836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4089" y="2880927"/>
            <a:ext cx="1919420" cy="0"/>
          </a:xfrm>
          <a:prstGeom prst="line">
            <a:avLst/>
          </a:prstGeom>
          <a:ln w="12700">
            <a:solidFill>
              <a:srgbClr val="7887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54000" tIns="36000" rIns="54000" bIns="36000" anchor="ctr"/>
          <a:lstStyle/>
          <a:p>
            <a:pPr algn="ctr"/>
            <a:endParaRPr lang="en-US" sz="1000">
              <a:latin typeface="+mj-lt"/>
            </a:endParaRPr>
          </a:p>
        </p:txBody>
      </p:sp>
      <p:sp>
        <p:nvSpPr>
          <p:cNvPr id="29" name="AutoShape 5">
            <a:extLst>
              <a:ext uri="{FF2B5EF4-FFF2-40B4-BE49-F238E27FC236}">
                <a16:creationId xmlns:a16="http://schemas.microsoft.com/office/drawing/2014/main" id="{33A0148D-2A5A-4E3B-2610-DB9FFE5C8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6676" y="1936182"/>
            <a:ext cx="2130647" cy="503237"/>
          </a:xfrm>
          <a:prstGeom prst="chevron">
            <a:avLst>
              <a:gd name="adj" fmla="val 32470"/>
            </a:avLst>
          </a:prstGeom>
          <a:solidFill>
            <a:schemeClr val="accent2"/>
          </a:solidFill>
          <a:ln>
            <a:noFill/>
          </a:ln>
          <a:effectLst/>
        </p:spPr>
        <p:txBody>
          <a:bodyPr lIns="90000" tIns="36000" rIns="90000" bIns="36000" anchor="t"/>
          <a:lstStyle/>
          <a:p>
            <a:pPr algn="ctr" eaLnBrk="0" hangingPunct="0">
              <a:lnSpc>
                <a:spcPct val="90000"/>
              </a:lnSpc>
              <a:buClr>
                <a:srgbClr val="0F337D"/>
              </a:buClr>
              <a:buSzPct val="65000"/>
              <a:buFont typeface="Wingdings" pitchFamily="2" charset="2"/>
              <a:buNone/>
            </a:pPr>
            <a:r>
              <a:rPr lang="de-DE" sz="1000"/>
              <a:t>P</a:t>
            </a:r>
            <a:r>
              <a:rPr lang="en-US" sz="1000" err="1"/>
              <a:t>hase</a:t>
            </a:r>
            <a:r>
              <a:rPr lang="en-US" sz="1000"/>
              <a:t> 3</a:t>
            </a:r>
          </a:p>
          <a:p>
            <a:pPr algn="ctr" eaLnBrk="0" hangingPunct="0">
              <a:lnSpc>
                <a:spcPct val="90000"/>
              </a:lnSpc>
              <a:buClr>
                <a:srgbClr val="0F337D"/>
              </a:buClr>
              <a:buSzPct val="65000"/>
              <a:buFont typeface="Wingdings" pitchFamily="2" charset="2"/>
              <a:buNone/>
            </a:pPr>
            <a:r>
              <a:rPr lang="en-US" sz="1000">
                <a:latin typeface="+mj-lt"/>
              </a:rPr>
              <a:t>Complete Decoupled Leadership Model </a:t>
            </a:r>
          </a:p>
        </p:txBody>
      </p:sp>
      <p:sp>
        <p:nvSpPr>
          <p:cNvPr id="30" name="Textplatzhalter 2">
            <a:extLst>
              <a:ext uri="{FF2B5EF4-FFF2-40B4-BE49-F238E27FC236}">
                <a16:creationId xmlns:a16="http://schemas.microsoft.com/office/drawing/2014/main" id="{7A8ECA9C-614D-7314-9D62-BFAAAC96EA6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7226676" y="2952749"/>
            <a:ext cx="1919420" cy="25897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de-DE"/>
            </a:defPPr>
            <a:lvl1pPr indent="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None/>
              <a:defRPr sz="1200">
                <a:solidFill>
                  <a:srgbClr val="4B5564"/>
                </a:solidFill>
                <a:latin typeface="+mj-lt"/>
              </a:defRPr>
            </a:lvl1pPr>
            <a:lvl2pPr marL="360000" indent="-180000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/>
            </a:lvl2pPr>
            <a:lvl3pPr marL="540000" indent="-180000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/>
            </a:lvl3pPr>
            <a:lvl4pPr marL="720000" indent="-180975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/>
            </a:lvl4pPr>
            <a:lvl5pPr marL="898525" indent="-180000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/>
            </a:lvl5pPr>
            <a:lvl6pPr marL="1079500" indent="-180975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/>
            </a:lvl6pPr>
            <a:lvl7pPr marL="1260000" indent="-180000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 baseline="0"/>
            </a:lvl7pPr>
            <a:lvl8pPr marL="1440000" indent="-180975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 baseline="0"/>
            </a:lvl8pPr>
            <a:lvl9pPr marL="1620000" indent="-180975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/>
            </a:lvl9pPr>
          </a:lstStyle>
          <a:p>
            <a:pPr>
              <a:spcBef>
                <a:spcPts val="300"/>
              </a:spcBef>
            </a:pPr>
            <a:r>
              <a:rPr lang="en-US" sz="1000">
                <a:solidFill>
                  <a:schemeClr val="tx1"/>
                </a:solidFill>
              </a:rPr>
              <a:t>Core measures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1"/>
                </a:solidFill>
                <a:latin typeface="+mn-lt"/>
              </a:rPr>
              <a:t>Clean separation of:</a:t>
            </a:r>
          </a:p>
          <a:p>
            <a:pPr marL="361950" lvl="1" indent="-184150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000"/>
              <a:t>Commercial Leadership (ED S&amp;O, SLs)
Delivery Leadership (</a:t>
            </a:r>
            <a:r>
              <a:rPr lang="en-US" sz="1000" err="1"/>
              <a:t>HoC</a:t>
            </a:r>
            <a:r>
              <a:rPr lang="en-US" sz="1000"/>
              <a:t>, PMs, DLs)
People Leadership (Chapter Leads, HR)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1"/>
                </a:solidFill>
                <a:latin typeface="+mn-lt"/>
              </a:rPr>
              <a:t>No more line managers with project or sales power
Standardized End-to-End Customer Lifecycle Governance
Reliable KPI systems (Sales, Consulting, AMS)</a:t>
            </a:r>
          </a:p>
        </p:txBody>
      </p:sp>
      <p:sp>
        <p:nvSpPr>
          <p:cNvPr id="31" name="Rectangle 11">
            <a:extLst>
              <a:ext uri="{FF2B5EF4-FFF2-40B4-BE49-F238E27FC236}">
                <a16:creationId xmlns:a16="http://schemas.microsoft.com/office/drawing/2014/main" id="{C33899D7-4D2A-5B05-B398-B16C42EB8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6675" y="2481447"/>
            <a:ext cx="1919420" cy="424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50E1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36000" rIns="0" bIns="36000"/>
          <a:lstStyle/>
          <a:p>
            <a:pPr algn="ctr" eaLnBrk="0" hangingPunct="0">
              <a:lnSpc>
                <a:spcPct val="90000"/>
              </a:lnSpc>
              <a:spcAft>
                <a:spcPts val="600"/>
              </a:spcAft>
              <a:buClr>
                <a:srgbClr val="0F337D"/>
              </a:buClr>
              <a:buSzPct val="65000"/>
            </a:pPr>
            <a:r>
              <a:rPr lang="en-US" sz="1000">
                <a:latin typeface="+mj-lt"/>
              </a:rPr>
              <a:t>Goal: Mature organization without conflicting goals</a:t>
            </a:r>
            <a:endParaRPr lang="en-US" sz="1000">
              <a:solidFill>
                <a:srgbClr val="4B5564"/>
              </a:solidFill>
              <a:latin typeface="+mj-lt"/>
            </a:endParaRPr>
          </a:p>
        </p:txBody>
      </p:sp>
      <p:sp>
        <p:nvSpPr>
          <p:cNvPr id="32" name="Line 13">
            <a:extLst>
              <a:ext uri="{FF2B5EF4-FFF2-40B4-BE49-F238E27FC236}">
                <a16:creationId xmlns:a16="http://schemas.microsoft.com/office/drawing/2014/main" id="{579FB6ED-EDA1-2FA7-D87D-4AC229A9058E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6675" y="2880927"/>
            <a:ext cx="1919420" cy="0"/>
          </a:xfrm>
          <a:prstGeom prst="line">
            <a:avLst/>
          </a:prstGeom>
          <a:ln w="12700">
            <a:solidFill>
              <a:srgbClr val="7887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54000" tIns="36000" rIns="54000" bIns="36000" anchor="ctr"/>
          <a:lstStyle/>
          <a:p>
            <a:pPr algn="ctr"/>
            <a:endParaRPr lang="en-US" sz="1000">
              <a:latin typeface="+mj-lt"/>
            </a:endParaRPr>
          </a:p>
        </p:txBody>
      </p:sp>
      <p:sp>
        <p:nvSpPr>
          <p:cNvPr id="33" name="AutoShape 5">
            <a:extLst>
              <a:ext uri="{FF2B5EF4-FFF2-40B4-BE49-F238E27FC236}">
                <a16:creationId xmlns:a16="http://schemas.microsoft.com/office/drawing/2014/main" id="{885A113D-30CB-8FEC-B848-D04C7BEBB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382" y="1936182"/>
            <a:ext cx="2130647" cy="503237"/>
          </a:xfrm>
          <a:prstGeom prst="chevron">
            <a:avLst>
              <a:gd name="adj" fmla="val 32470"/>
            </a:avLst>
          </a:prstGeom>
          <a:solidFill>
            <a:schemeClr val="accent2"/>
          </a:solidFill>
          <a:ln>
            <a:noFill/>
          </a:ln>
          <a:effectLst/>
        </p:spPr>
        <p:txBody>
          <a:bodyPr lIns="90000" tIns="36000" rIns="90000" bIns="36000" anchor="t"/>
          <a:lstStyle/>
          <a:p>
            <a:pPr algn="ctr" eaLnBrk="0" hangingPunct="0">
              <a:lnSpc>
                <a:spcPct val="90000"/>
              </a:lnSpc>
              <a:buClr>
                <a:srgbClr val="0F337D"/>
              </a:buClr>
              <a:buSzPct val="65000"/>
              <a:buFont typeface="Wingdings" pitchFamily="2" charset="2"/>
              <a:buNone/>
            </a:pPr>
            <a:r>
              <a:rPr lang="en-US" sz="1000"/>
              <a:t>Phase 2</a:t>
            </a:r>
          </a:p>
          <a:p>
            <a:pPr algn="ctr" eaLnBrk="0" hangingPunct="0">
              <a:lnSpc>
                <a:spcPct val="90000"/>
              </a:lnSpc>
              <a:buClr>
                <a:srgbClr val="0F337D"/>
              </a:buClr>
              <a:buSzPct val="65000"/>
              <a:buFont typeface="Wingdings" pitchFamily="2" charset="2"/>
              <a:buNone/>
            </a:pPr>
            <a:r>
              <a:rPr lang="en-US" sz="1000">
                <a:latin typeface="+mj-lt"/>
              </a:rPr>
              <a:t>Solution-Led Operating Model</a:t>
            </a:r>
          </a:p>
        </p:txBody>
      </p:sp>
      <p:sp>
        <p:nvSpPr>
          <p:cNvPr id="34" name="Textplatzhalter 2">
            <a:extLst>
              <a:ext uri="{FF2B5EF4-FFF2-40B4-BE49-F238E27FC236}">
                <a16:creationId xmlns:a16="http://schemas.microsoft.com/office/drawing/2014/main" id="{D5BA205F-7128-5527-0216-DE94E23B738E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5075381" y="2952749"/>
            <a:ext cx="1919420" cy="25897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de-DE"/>
            </a:defPPr>
            <a:lvl1pPr indent="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None/>
              <a:defRPr sz="1200">
                <a:solidFill>
                  <a:srgbClr val="4B5564"/>
                </a:solidFill>
                <a:latin typeface="+mj-lt"/>
              </a:defRPr>
            </a:lvl1pPr>
            <a:lvl2pPr marL="360000" indent="-180000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/>
            </a:lvl2pPr>
            <a:lvl3pPr marL="540000" indent="-180000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/>
            </a:lvl3pPr>
            <a:lvl4pPr marL="720000" indent="-180975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/>
            </a:lvl4pPr>
            <a:lvl5pPr marL="898525" indent="-180000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/>
            </a:lvl5pPr>
            <a:lvl6pPr marL="1079500" indent="-180975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/>
            </a:lvl6pPr>
            <a:lvl7pPr marL="1260000" indent="-180000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 baseline="0"/>
            </a:lvl7pPr>
            <a:lvl8pPr marL="1440000" indent="-180975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 baseline="0"/>
            </a:lvl8pPr>
            <a:lvl9pPr marL="1620000" indent="-180975">
              <a:spcBef>
                <a:spcPts val="1200"/>
              </a:spcBef>
              <a:spcAft>
                <a:spcPts val="0"/>
              </a:spcAft>
              <a:buClr>
                <a:srgbClr val="00A0F5"/>
              </a:buClr>
              <a:buFont typeface="TKTypeMedium" panose="020B0603040202020204" pitchFamily="34" charset="0"/>
              <a:buChar char="−"/>
              <a:defRPr sz="1400"/>
            </a:lvl9pPr>
          </a:lstStyle>
          <a:p>
            <a:pPr>
              <a:spcBef>
                <a:spcPts val="300"/>
              </a:spcBef>
            </a:pPr>
            <a:r>
              <a:rPr lang="en-US" sz="1000">
                <a:solidFill>
                  <a:schemeClr val="tx1"/>
                </a:solidFill>
              </a:rPr>
              <a:t>Core measures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1"/>
                </a:solidFill>
                <a:latin typeface="+mn-lt"/>
              </a:rPr>
              <a:t>Introduction of </a:t>
            </a:r>
            <a:r>
              <a:rPr lang="en-US" sz="1000" b="1">
                <a:solidFill>
                  <a:schemeClr val="tx1"/>
                </a:solidFill>
                <a:latin typeface="+mn-lt"/>
              </a:rPr>
              <a:t>Solution Leads </a:t>
            </a:r>
            <a:r>
              <a:rPr lang="en-US" sz="1000">
                <a:solidFill>
                  <a:schemeClr val="tx1"/>
                </a:solidFill>
                <a:latin typeface="+mn-lt"/>
              </a:rPr>
              <a:t>(SLs): Commercial Ownership, Deal Shaping, Solution P&amp;L
Start with the </a:t>
            </a:r>
            <a:r>
              <a:rPr lang="en-US" sz="1000" b="1">
                <a:solidFill>
                  <a:schemeClr val="tx1"/>
                </a:solidFill>
                <a:latin typeface="+mn-lt"/>
              </a:rPr>
              <a:t>4 strategic solutions</a:t>
            </a:r>
          </a:p>
          <a:p>
            <a:pPr marL="361950" lvl="1" indent="-184150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000"/>
              <a:t>AMS
AI and Industry automation
SAP GROW: Mid-Market Finance
Secure Core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1"/>
                </a:solidFill>
                <a:latin typeface="+mn-lt"/>
              </a:rPr>
              <a:t>Binding Architecture QA Gates (Domain Leads)
Full introduction of People Leadership (Chapter Leads)
Introduction Delivery (PMs, </a:t>
            </a:r>
            <a:r>
              <a:rPr lang="en-US" sz="1000" err="1">
                <a:solidFill>
                  <a:schemeClr val="tx1"/>
                </a:solidFill>
                <a:latin typeface="+mn-lt"/>
              </a:rPr>
              <a:t>HoC</a:t>
            </a:r>
            <a:r>
              <a:rPr lang="en-US" sz="1000">
                <a:solidFill>
                  <a:schemeClr val="tx1"/>
                </a:solidFill>
                <a:latin typeface="+mn-lt"/>
              </a:rPr>
              <a:t>)
Clear transition: </a:t>
            </a:r>
            <a:br>
              <a:rPr lang="en-US" sz="1000">
                <a:solidFill>
                  <a:schemeClr val="tx1"/>
                </a:solidFill>
                <a:latin typeface="+mn-lt"/>
              </a:rPr>
            </a:br>
            <a:r>
              <a:rPr lang="en-US" sz="1000">
                <a:solidFill>
                  <a:schemeClr val="tx1"/>
                </a:solidFill>
                <a:latin typeface="+mn-lt"/>
              </a:rPr>
              <a:t>Sales → SL → PM → STM → AMS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1"/>
                </a:solidFill>
                <a:latin typeface="+mn-lt"/>
              </a:rPr>
              <a:t>Agreement with workers council</a:t>
            </a:r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723DE9E3-5A37-28E4-9DBF-0D8BE3269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380" y="2481447"/>
            <a:ext cx="1919420" cy="424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50E1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36000" rIns="0" bIns="36000"/>
          <a:lstStyle/>
          <a:p>
            <a:pPr algn="ctr">
              <a:buNone/>
            </a:pPr>
            <a:r>
              <a:rPr lang="en-US" sz="1000">
                <a:latin typeface="+mj-lt"/>
              </a:rPr>
              <a:t>Goal: Market orientation and scalability</a:t>
            </a:r>
          </a:p>
        </p:txBody>
      </p:sp>
      <p:sp>
        <p:nvSpPr>
          <p:cNvPr id="36" name="Line 13">
            <a:extLst>
              <a:ext uri="{FF2B5EF4-FFF2-40B4-BE49-F238E27FC236}">
                <a16:creationId xmlns:a16="http://schemas.microsoft.com/office/drawing/2014/main" id="{30A55B83-8326-02D8-32B4-A24D151F841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5380" y="2880927"/>
            <a:ext cx="1919420" cy="0"/>
          </a:xfrm>
          <a:prstGeom prst="line">
            <a:avLst/>
          </a:prstGeom>
          <a:ln w="12700">
            <a:solidFill>
              <a:srgbClr val="7887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54000" tIns="36000" rIns="54000" bIns="36000" anchor="ctr"/>
          <a:lstStyle/>
          <a:p>
            <a:pPr algn="ctr"/>
            <a:endParaRPr lang="en-US" sz="1000">
              <a:latin typeface="+mj-lt"/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F72BCB36-DD83-3A4F-838C-491728FBFDBC}"/>
              </a:ext>
            </a:extLst>
          </p:cNvPr>
          <p:cNvSpPr txBox="1"/>
          <p:nvPr/>
        </p:nvSpPr>
        <p:spPr>
          <a:xfrm>
            <a:off x="537766" y="1735308"/>
            <a:ext cx="88036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/>
              <a:t>01.10.2025</a:t>
            </a:r>
            <a:endParaRPr lang="en-US" sz="1050"/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A1A8FCD0-833B-C784-B717-CD18AADF5B20}"/>
              </a:ext>
            </a:extLst>
          </p:cNvPr>
          <p:cNvSpPr txBox="1"/>
          <p:nvPr/>
        </p:nvSpPr>
        <p:spPr>
          <a:xfrm>
            <a:off x="4635195" y="1735308"/>
            <a:ext cx="88036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/>
              <a:t>30.06.2026</a:t>
            </a:r>
            <a:endParaRPr lang="en-US" sz="1050"/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959BE277-3276-C729-E292-A84E03B7E758}"/>
              </a:ext>
            </a:extLst>
          </p:cNvPr>
          <p:cNvSpPr txBox="1"/>
          <p:nvPr/>
        </p:nvSpPr>
        <p:spPr>
          <a:xfrm>
            <a:off x="6786488" y="1735308"/>
            <a:ext cx="88036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/>
              <a:t>31.12.2026</a:t>
            </a:r>
            <a:endParaRPr lang="en-US" sz="1050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2CE51742-2C5F-239D-6F84-CADA0EEDD333}"/>
              </a:ext>
            </a:extLst>
          </p:cNvPr>
          <p:cNvSpPr txBox="1"/>
          <p:nvPr/>
        </p:nvSpPr>
        <p:spPr>
          <a:xfrm>
            <a:off x="8917138" y="1735308"/>
            <a:ext cx="88036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/>
              <a:t>01.07.2027</a:t>
            </a:r>
            <a:endParaRPr lang="en-US" sz="1050"/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B1E0A671-1FFF-3D72-F52E-F05139C5337C}"/>
              </a:ext>
            </a:extLst>
          </p:cNvPr>
          <p:cNvSpPr txBox="1"/>
          <p:nvPr/>
        </p:nvSpPr>
        <p:spPr>
          <a:xfrm>
            <a:off x="10893084" y="1722297"/>
            <a:ext cx="78098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050" err="1"/>
              <a:t>until</a:t>
            </a:r>
            <a:r>
              <a:rPr lang="de-DE" sz="1050"/>
              <a:t> 2030</a:t>
            </a:r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3962476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024E2-E161-F134-86D2-FBF84529E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16CD3C9-6F62-434C-FD7D-368F1D572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Project </a:t>
            </a:r>
            <a:r>
              <a:rPr lang="de-DE" err="1"/>
              <a:t>Structure</a:t>
            </a:r>
            <a:endParaRPr lang="en-US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9DF0E81-B9F8-58AD-AE7A-52522F7F6D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80213EB-BCFD-D6E1-9D6C-D81374FBDD22}"/>
              </a:ext>
            </a:extLst>
          </p:cNvPr>
          <p:cNvSpPr/>
          <p:nvPr/>
        </p:nvSpPr>
        <p:spPr>
          <a:xfrm>
            <a:off x="4181855" y="1472942"/>
            <a:ext cx="3829050" cy="3163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chemeClr val="accent6"/>
                </a:solidFill>
              </a:rPr>
              <a:t>RCIM Transformation</a:t>
            </a:r>
            <a:endParaRPr lang="en-US" sz="1600">
              <a:solidFill>
                <a:schemeClr val="accent6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206F02D-C532-A852-7DEB-D4C43735A802}"/>
              </a:ext>
            </a:extLst>
          </p:cNvPr>
          <p:cNvSpPr/>
          <p:nvPr/>
        </p:nvSpPr>
        <p:spPr>
          <a:xfrm>
            <a:off x="4181475" y="1789321"/>
            <a:ext cx="3829050" cy="1898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Andreas, Wolfgang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31E218C-2F19-9B7C-B205-A14996236503}"/>
              </a:ext>
            </a:extLst>
          </p:cNvPr>
          <p:cNvSpPr/>
          <p:nvPr/>
        </p:nvSpPr>
        <p:spPr>
          <a:xfrm>
            <a:off x="682624" y="2105700"/>
            <a:ext cx="3285219" cy="31637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/>
              <a:t>Consulting Practice</a:t>
            </a:r>
            <a:endParaRPr lang="en-US" sz="160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F2F60EA-B5C9-D40A-D998-864C78BC0880}"/>
              </a:ext>
            </a:extLst>
          </p:cNvPr>
          <p:cNvSpPr/>
          <p:nvPr/>
        </p:nvSpPr>
        <p:spPr>
          <a:xfrm>
            <a:off x="682624" y="2422079"/>
            <a:ext cx="3285219" cy="1898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Frank, Harry, Matthias, </a:t>
            </a:r>
            <a:r>
              <a:rPr lang="de-DE" sz="1200" u="sng">
                <a:solidFill>
                  <a:schemeClr val="tx1"/>
                </a:solidFill>
              </a:rPr>
              <a:t>Michael</a:t>
            </a:r>
            <a:r>
              <a:rPr lang="de-DE" sz="1200">
                <a:solidFill>
                  <a:schemeClr val="tx1"/>
                </a:solidFill>
              </a:rPr>
              <a:t>, 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5248902-C130-A0E9-9C91-9AB7FBF7C801}"/>
              </a:ext>
            </a:extLst>
          </p:cNvPr>
          <p:cNvSpPr/>
          <p:nvPr/>
        </p:nvSpPr>
        <p:spPr>
          <a:xfrm>
            <a:off x="4453011" y="2105700"/>
            <a:ext cx="3285219" cy="31637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/>
              <a:t>AMS Practice</a:t>
            </a:r>
            <a:endParaRPr lang="en-US" sz="160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01F56600-9F4C-F0EA-B816-D8BFFEDA4A56}"/>
              </a:ext>
            </a:extLst>
          </p:cNvPr>
          <p:cNvSpPr/>
          <p:nvPr/>
        </p:nvSpPr>
        <p:spPr>
          <a:xfrm>
            <a:off x="4453011" y="2422078"/>
            <a:ext cx="3285219" cy="1898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u="sng">
                <a:solidFill>
                  <a:schemeClr val="tx1"/>
                </a:solidFill>
              </a:rPr>
              <a:t>Tomasz</a:t>
            </a:r>
            <a:r>
              <a:rPr lang="de-DE" sz="1200">
                <a:solidFill>
                  <a:schemeClr val="tx1"/>
                </a:solidFill>
              </a:rPr>
              <a:t>, Dejan, Robert, Lukasz, 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D026875-D0D3-EFAD-C763-BBE0A145F516}"/>
              </a:ext>
            </a:extLst>
          </p:cNvPr>
          <p:cNvSpPr/>
          <p:nvPr/>
        </p:nvSpPr>
        <p:spPr>
          <a:xfrm>
            <a:off x="8223398" y="1961761"/>
            <a:ext cx="3285219" cy="31637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/>
              <a:t>Sales/ Solutions</a:t>
            </a:r>
            <a:endParaRPr lang="en-US" sz="160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3D573FC3-52FC-6713-153F-D57AF93BD97C}"/>
              </a:ext>
            </a:extLst>
          </p:cNvPr>
          <p:cNvSpPr/>
          <p:nvPr/>
        </p:nvSpPr>
        <p:spPr>
          <a:xfrm>
            <a:off x="682624" y="2727225"/>
            <a:ext cx="3285219" cy="17495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Detailing “Consulting practice” concept</a:t>
            </a:r>
          </a:p>
          <a:p>
            <a:pPr marL="355600" lvl="1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Roles</a:t>
            </a:r>
          </a:p>
          <a:p>
            <a:pPr marL="355600" lvl="1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Processes </a:t>
            </a:r>
          </a:p>
          <a:p>
            <a:pPr marL="355600" lvl="1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Governance (e.g. Guideline, Architecture)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Establish the foundation for the Consulting Practice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>
              <a:solidFill>
                <a:schemeClr val="tx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F06473B4-A3F4-4897-39A9-15D49F4B946C}"/>
              </a:ext>
            </a:extLst>
          </p:cNvPr>
          <p:cNvSpPr/>
          <p:nvPr/>
        </p:nvSpPr>
        <p:spPr>
          <a:xfrm>
            <a:off x="4453011" y="2727224"/>
            <a:ext cx="3285219" cy="17495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err="1">
                <a:solidFill>
                  <a:schemeClr val="tx1"/>
                </a:solidFill>
              </a:rPr>
              <a:t>Detailing</a:t>
            </a:r>
            <a:r>
              <a:rPr lang="de-DE" sz="1200">
                <a:solidFill>
                  <a:schemeClr val="tx1"/>
                </a:solidFill>
              </a:rPr>
              <a:t> AMS </a:t>
            </a:r>
            <a:r>
              <a:rPr lang="de-DE" sz="1200" err="1">
                <a:solidFill>
                  <a:schemeClr val="tx1"/>
                </a:solidFill>
              </a:rPr>
              <a:t>practice</a:t>
            </a:r>
            <a:r>
              <a:rPr lang="de-DE" sz="1200">
                <a:solidFill>
                  <a:schemeClr val="tx1"/>
                </a:solidFill>
              </a:rPr>
              <a:t> </a:t>
            </a:r>
            <a:r>
              <a:rPr lang="de-DE" sz="1200" err="1">
                <a:solidFill>
                  <a:schemeClr val="tx1"/>
                </a:solidFill>
              </a:rPr>
              <a:t>concept</a:t>
            </a:r>
            <a:endParaRPr lang="de-DE" sz="1200">
              <a:solidFill>
                <a:schemeClr val="tx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sz="1200" err="1">
                <a:solidFill>
                  <a:schemeClr val="tx1"/>
                </a:solidFill>
              </a:rPr>
              <a:t>Roles</a:t>
            </a:r>
            <a:endParaRPr lang="de-DE" sz="1200">
              <a:solidFill>
                <a:schemeClr val="tx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sz="1200" err="1">
                <a:solidFill>
                  <a:schemeClr val="tx1"/>
                </a:solidFill>
              </a:rPr>
              <a:t>Processes</a:t>
            </a:r>
            <a:endParaRPr lang="de-DE" sz="120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>
                <a:solidFill>
                  <a:schemeClr val="tx1"/>
                </a:solidFill>
              </a:rPr>
              <a:t>Transition </a:t>
            </a:r>
            <a:r>
              <a:rPr lang="de-DE" sz="1200" err="1">
                <a:solidFill>
                  <a:schemeClr val="tx1"/>
                </a:solidFill>
              </a:rPr>
              <a:t>of</a:t>
            </a:r>
            <a:r>
              <a:rPr lang="de-DE" sz="1200">
                <a:solidFill>
                  <a:schemeClr val="tx1"/>
                </a:solidFill>
              </a:rPr>
              <a:t> Service </a:t>
            </a:r>
            <a:r>
              <a:rPr lang="de-DE" sz="1200" err="1">
                <a:solidFill>
                  <a:schemeClr val="tx1"/>
                </a:solidFill>
              </a:rPr>
              <a:t>operation</a:t>
            </a:r>
            <a:r>
              <a:rPr lang="de-DE" sz="1200">
                <a:solidFill>
                  <a:schemeClr val="tx1"/>
                </a:solidFill>
              </a:rPr>
              <a:t> </a:t>
            </a:r>
            <a:r>
              <a:rPr lang="de-DE" sz="1200" err="1">
                <a:solidFill>
                  <a:schemeClr val="tx1"/>
                </a:solidFill>
              </a:rPr>
              <a:t>to</a:t>
            </a:r>
            <a:r>
              <a:rPr lang="de-DE" sz="1200">
                <a:solidFill>
                  <a:schemeClr val="tx1"/>
                </a:solidFill>
              </a:rPr>
              <a:t> </a:t>
            </a:r>
            <a:r>
              <a:rPr lang="de-DE" sz="1200" err="1">
                <a:solidFill>
                  <a:schemeClr val="tx1"/>
                </a:solidFill>
              </a:rPr>
              <a:t>Poland</a:t>
            </a:r>
            <a:endParaRPr lang="de-DE" sz="120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Optimize Service operation processes with AI tools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1435C31C-35CF-A9E9-F6AB-9C8430FB8F70}"/>
              </a:ext>
            </a:extLst>
          </p:cNvPr>
          <p:cNvSpPr/>
          <p:nvPr/>
        </p:nvSpPr>
        <p:spPr>
          <a:xfrm>
            <a:off x="8223398" y="2727225"/>
            <a:ext cx="3285219" cy="17495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err="1">
                <a:solidFill>
                  <a:schemeClr val="tx1"/>
                </a:solidFill>
              </a:rPr>
              <a:t>Detailing</a:t>
            </a:r>
            <a:r>
              <a:rPr lang="de-DE" sz="1200">
                <a:solidFill>
                  <a:schemeClr val="tx1"/>
                </a:solidFill>
              </a:rPr>
              <a:t> </a:t>
            </a:r>
            <a:r>
              <a:rPr lang="de-DE" sz="1200" err="1">
                <a:solidFill>
                  <a:schemeClr val="tx1"/>
                </a:solidFill>
              </a:rPr>
              <a:t>market</a:t>
            </a:r>
            <a:r>
              <a:rPr lang="de-DE" sz="1200">
                <a:solidFill>
                  <a:schemeClr val="tx1"/>
                </a:solidFill>
              </a:rPr>
              <a:t> </a:t>
            </a:r>
            <a:r>
              <a:rPr lang="de-DE" sz="1200" err="1">
                <a:solidFill>
                  <a:schemeClr val="tx1"/>
                </a:solidFill>
              </a:rPr>
              <a:t>solutions</a:t>
            </a:r>
            <a:endParaRPr lang="de-DE" sz="1200">
              <a:solidFill>
                <a:schemeClr val="tx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AMS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SAP Grow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Secure Core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AI and Industry automation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>
                <a:solidFill>
                  <a:schemeClr val="tx1"/>
                </a:solidFill>
              </a:rPr>
              <a:t>Create </a:t>
            </a:r>
            <a:r>
              <a:rPr lang="de-DE" sz="1200" err="1">
                <a:solidFill>
                  <a:schemeClr val="tx1"/>
                </a:solidFill>
              </a:rPr>
              <a:t>sales</a:t>
            </a:r>
            <a:r>
              <a:rPr lang="de-DE" sz="1200">
                <a:solidFill>
                  <a:schemeClr val="tx1"/>
                </a:solidFill>
              </a:rPr>
              <a:t> </a:t>
            </a:r>
            <a:r>
              <a:rPr lang="de-DE" sz="1200" err="1">
                <a:solidFill>
                  <a:schemeClr val="tx1"/>
                </a:solidFill>
              </a:rPr>
              <a:t>runbooks</a:t>
            </a:r>
            <a:r>
              <a:rPr lang="de-DE" sz="1200">
                <a:solidFill>
                  <a:schemeClr val="tx1"/>
                </a:solidFill>
              </a:rPr>
              <a:t> and </a:t>
            </a:r>
            <a:r>
              <a:rPr lang="de-DE" sz="1200" err="1">
                <a:solidFill>
                  <a:schemeClr val="tx1"/>
                </a:solidFill>
              </a:rPr>
              <a:t>marketing</a:t>
            </a:r>
            <a:r>
              <a:rPr lang="de-DE" sz="1200">
                <a:solidFill>
                  <a:schemeClr val="tx1"/>
                </a:solidFill>
              </a:rPr>
              <a:t> </a:t>
            </a:r>
            <a:r>
              <a:rPr lang="de-DE" sz="1200" err="1">
                <a:solidFill>
                  <a:schemeClr val="tx1"/>
                </a:solidFill>
              </a:rPr>
              <a:t>strategies</a:t>
            </a:r>
            <a:r>
              <a:rPr lang="de-DE" sz="1200">
                <a:solidFill>
                  <a:schemeClr val="tx1"/>
                </a:solidFill>
              </a:rPr>
              <a:t> per </a:t>
            </a:r>
            <a:r>
              <a:rPr lang="de-DE" sz="1200" err="1">
                <a:solidFill>
                  <a:schemeClr val="tx1"/>
                </a:solidFill>
              </a:rPr>
              <a:t>solution</a:t>
            </a:r>
            <a:endParaRPr lang="de-DE" sz="120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sz="1200">
              <a:solidFill>
                <a:schemeClr val="tx1"/>
              </a:solidFill>
            </a:endParaRPr>
          </a:p>
          <a:p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1912D052-09DC-D559-8813-A72A3890BAFC}"/>
              </a:ext>
            </a:extLst>
          </p:cNvPr>
          <p:cNvSpPr/>
          <p:nvPr/>
        </p:nvSpPr>
        <p:spPr>
          <a:xfrm>
            <a:off x="682624" y="4683960"/>
            <a:ext cx="5281296" cy="31637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err="1"/>
              <a:t>Functions</a:t>
            </a:r>
            <a:r>
              <a:rPr lang="de-DE" sz="1600"/>
              <a:t> (HR, Finance, Legal)</a:t>
            </a:r>
            <a:endParaRPr lang="en-US" sz="160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59CCAF6-52DE-C1C1-9B55-04B09D936F6A}"/>
              </a:ext>
            </a:extLst>
          </p:cNvPr>
          <p:cNvSpPr/>
          <p:nvPr/>
        </p:nvSpPr>
        <p:spPr>
          <a:xfrm>
            <a:off x="682624" y="5000339"/>
            <a:ext cx="5281296" cy="1898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Kevin, Weronika, Antonina, Kirstin, Scott (HR), Dejan 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51D364B-1614-0282-962F-B02A298B0A10}"/>
              </a:ext>
            </a:extLst>
          </p:cNvPr>
          <p:cNvSpPr/>
          <p:nvPr/>
        </p:nvSpPr>
        <p:spPr>
          <a:xfrm>
            <a:off x="682624" y="5290154"/>
            <a:ext cx="5281296" cy="10058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err="1">
                <a:solidFill>
                  <a:schemeClr val="tx1"/>
                </a:solidFill>
              </a:rPr>
              <a:t>Detailing</a:t>
            </a:r>
            <a:r>
              <a:rPr lang="de-DE" sz="1200">
                <a:solidFill>
                  <a:schemeClr val="tx1"/>
                </a:solidFill>
              </a:rPr>
              <a:t> </a:t>
            </a:r>
            <a:r>
              <a:rPr lang="de-DE" sz="1200" err="1">
                <a:solidFill>
                  <a:schemeClr val="tx1"/>
                </a:solidFill>
              </a:rPr>
              <a:t>the</a:t>
            </a:r>
            <a:r>
              <a:rPr lang="de-DE" sz="1200">
                <a:solidFill>
                  <a:schemeClr val="tx1"/>
                </a:solidFill>
              </a:rPr>
              <a:t> </a:t>
            </a:r>
            <a:r>
              <a:rPr lang="de-DE" sz="1200" err="1">
                <a:solidFill>
                  <a:schemeClr val="tx1"/>
                </a:solidFill>
              </a:rPr>
              <a:t>concept</a:t>
            </a:r>
            <a:r>
              <a:rPr lang="de-DE" sz="1200">
                <a:solidFill>
                  <a:schemeClr val="tx1"/>
                </a:solidFill>
              </a:rPr>
              <a:t> </a:t>
            </a:r>
            <a:r>
              <a:rPr lang="de-DE" sz="1200" err="1">
                <a:solidFill>
                  <a:schemeClr val="tx1"/>
                </a:solidFill>
              </a:rPr>
              <a:t>for</a:t>
            </a:r>
            <a:r>
              <a:rPr lang="de-DE" sz="1200">
                <a:solidFill>
                  <a:schemeClr val="tx1"/>
                </a:solidFill>
              </a:rPr>
              <a:t> </a:t>
            </a:r>
            <a:r>
              <a:rPr lang="de-DE" sz="1200" err="1">
                <a:solidFill>
                  <a:schemeClr val="tx1"/>
                </a:solidFill>
              </a:rPr>
              <a:t>funcitons</a:t>
            </a:r>
            <a:r>
              <a:rPr lang="de-DE" sz="1200">
                <a:solidFill>
                  <a:schemeClr val="tx1"/>
                </a:solidFill>
              </a:rPr>
              <a:t> HR, Finance and legal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>
                <a:solidFill>
                  <a:schemeClr val="tx1"/>
                </a:solidFill>
              </a:rPr>
              <a:t>Set </a:t>
            </a:r>
            <a:r>
              <a:rPr lang="de-DE" sz="1200" err="1">
                <a:solidFill>
                  <a:schemeClr val="tx1"/>
                </a:solidFill>
              </a:rPr>
              <a:t>up</a:t>
            </a:r>
            <a:r>
              <a:rPr lang="de-DE" sz="1200">
                <a:solidFill>
                  <a:schemeClr val="tx1"/>
                </a:solidFill>
              </a:rPr>
              <a:t> and </a:t>
            </a:r>
            <a:r>
              <a:rPr lang="de-DE" sz="1200" err="1">
                <a:solidFill>
                  <a:schemeClr val="tx1"/>
                </a:solidFill>
              </a:rPr>
              <a:t>adapting</a:t>
            </a:r>
            <a:r>
              <a:rPr lang="de-DE" sz="1200">
                <a:solidFill>
                  <a:schemeClr val="tx1"/>
                </a:solidFill>
              </a:rPr>
              <a:t> </a:t>
            </a:r>
            <a:r>
              <a:rPr lang="de-DE" sz="1200" err="1">
                <a:solidFill>
                  <a:schemeClr val="tx1"/>
                </a:solidFill>
              </a:rPr>
              <a:t>of</a:t>
            </a:r>
            <a:r>
              <a:rPr lang="de-DE" sz="1200">
                <a:solidFill>
                  <a:schemeClr val="tx1"/>
                </a:solidFill>
              </a:rPr>
              <a:t> Controlling and </a:t>
            </a:r>
            <a:r>
              <a:rPr lang="de-DE" sz="1200" err="1">
                <a:solidFill>
                  <a:schemeClr val="tx1"/>
                </a:solidFill>
              </a:rPr>
              <a:t>finance</a:t>
            </a:r>
            <a:r>
              <a:rPr lang="de-DE" sz="1200">
                <a:solidFill>
                  <a:schemeClr val="tx1"/>
                </a:solidFill>
              </a:rPr>
              <a:t> </a:t>
            </a:r>
            <a:r>
              <a:rPr lang="de-DE" sz="1200" err="1">
                <a:solidFill>
                  <a:schemeClr val="tx1"/>
                </a:solidFill>
              </a:rPr>
              <a:t>processes</a:t>
            </a:r>
            <a:r>
              <a:rPr lang="de-DE" sz="1200">
                <a:solidFill>
                  <a:schemeClr val="tx1"/>
                </a:solidFill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4D611091-5F41-A204-6910-C3D08D6EC856}"/>
              </a:ext>
            </a:extLst>
          </p:cNvPr>
          <p:cNvSpPr/>
          <p:nvPr/>
        </p:nvSpPr>
        <p:spPr>
          <a:xfrm>
            <a:off x="6227321" y="4690963"/>
            <a:ext cx="5281296" cy="31637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/>
              <a:t>Culture</a:t>
            </a:r>
            <a:endParaRPr lang="en-US" sz="160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FE63EFF4-779E-B1C5-59EB-E88289D277BC}"/>
              </a:ext>
            </a:extLst>
          </p:cNvPr>
          <p:cNvSpPr/>
          <p:nvPr/>
        </p:nvSpPr>
        <p:spPr>
          <a:xfrm>
            <a:off x="6227321" y="5007342"/>
            <a:ext cx="5281296" cy="1898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Antonina, Kirstin, Silke, Lukasz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F8204202-9EA2-0ECB-0FE1-2ADA44B48A21}"/>
              </a:ext>
            </a:extLst>
          </p:cNvPr>
          <p:cNvSpPr/>
          <p:nvPr/>
        </p:nvSpPr>
        <p:spPr>
          <a:xfrm>
            <a:off x="6227321" y="5297157"/>
            <a:ext cx="5281296" cy="10058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err="1">
                <a:solidFill>
                  <a:schemeClr val="tx1"/>
                </a:solidFill>
              </a:rPr>
              <a:t>Defining</a:t>
            </a:r>
            <a:r>
              <a:rPr lang="de-DE" sz="1200">
                <a:solidFill>
                  <a:schemeClr val="tx1"/>
                </a:solidFill>
              </a:rPr>
              <a:t> RCIM </a:t>
            </a:r>
            <a:r>
              <a:rPr lang="de-DE" sz="1200" err="1">
                <a:solidFill>
                  <a:schemeClr val="tx1"/>
                </a:solidFill>
              </a:rPr>
              <a:t>company</a:t>
            </a:r>
            <a:r>
              <a:rPr lang="de-DE" sz="1200">
                <a:solidFill>
                  <a:schemeClr val="tx1"/>
                </a:solidFill>
              </a:rPr>
              <a:t> </a:t>
            </a:r>
            <a:r>
              <a:rPr lang="de-DE" sz="1200" err="1">
                <a:solidFill>
                  <a:schemeClr val="tx1"/>
                </a:solidFill>
              </a:rPr>
              <a:t>culture</a:t>
            </a:r>
            <a:r>
              <a:rPr lang="de-DE" sz="1200">
                <a:solidFill>
                  <a:schemeClr val="tx1"/>
                </a:solidFill>
              </a:rPr>
              <a:t>	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sz="1200">
                <a:solidFill>
                  <a:schemeClr val="tx1"/>
                </a:solidFill>
              </a:rPr>
              <a:t>Core Values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sz="1200">
                <a:solidFill>
                  <a:schemeClr val="tx1"/>
                </a:solidFill>
              </a:rPr>
              <a:t>Leadership </a:t>
            </a:r>
            <a:r>
              <a:rPr lang="de-DE" sz="1200" err="1">
                <a:solidFill>
                  <a:schemeClr val="tx1"/>
                </a:solidFill>
              </a:rPr>
              <a:t>Principles</a:t>
            </a:r>
            <a:endParaRPr lang="de-DE" sz="120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err="1">
                <a:solidFill>
                  <a:schemeClr val="tx1"/>
                </a:solidFill>
              </a:rPr>
              <a:t>Supporting</a:t>
            </a:r>
            <a:r>
              <a:rPr lang="de-DE" sz="1200">
                <a:solidFill>
                  <a:schemeClr val="tx1"/>
                </a:solidFill>
              </a:rPr>
              <a:t> </a:t>
            </a:r>
            <a:r>
              <a:rPr lang="de-DE" sz="1200" err="1">
                <a:solidFill>
                  <a:schemeClr val="tx1"/>
                </a:solidFill>
              </a:rPr>
              <a:t>the</a:t>
            </a:r>
            <a:r>
              <a:rPr lang="de-DE" sz="1200">
                <a:solidFill>
                  <a:schemeClr val="tx1"/>
                </a:solidFill>
              </a:rPr>
              <a:t> </a:t>
            </a:r>
            <a:r>
              <a:rPr lang="de-DE" sz="1200" err="1">
                <a:solidFill>
                  <a:schemeClr val="tx1"/>
                </a:solidFill>
              </a:rPr>
              <a:t>transformation</a:t>
            </a:r>
            <a:r>
              <a:rPr lang="de-DE" sz="1200">
                <a:solidFill>
                  <a:schemeClr val="tx1"/>
                </a:solidFill>
              </a:rPr>
              <a:t> </a:t>
            </a:r>
            <a:r>
              <a:rPr lang="de-DE" sz="1200" err="1">
                <a:solidFill>
                  <a:schemeClr val="tx1"/>
                </a:solidFill>
              </a:rPr>
              <a:t>to</a:t>
            </a:r>
            <a:r>
              <a:rPr lang="de-DE" sz="1200">
                <a:solidFill>
                  <a:schemeClr val="tx1"/>
                </a:solidFill>
              </a:rPr>
              <a:t> </a:t>
            </a:r>
            <a:r>
              <a:rPr lang="de-DE" sz="1200" err="1">
                <a:solidFill>
                  <a:schemeClr val="tx1"/>
                </a:solidFill>
              </a:rPr>
              <a:t>target</a:t>
            </a:r>
            <a:r>
              <a:rPr lang="de-DE" sz="1200">
                <a:solidFill>
                  <a:schemeClr val="tx1"/>
                </a:solidFill>
              </a:rPr>
              <a:t> </a:t>
            </a:r>
            <a:r>
              <a:rPr lang="de-DE" sz="1200" err="1">
                <a:solidFill>
                  <a:schemeClr val="tx1"/>
                </a:solidFill>
              </a:rPr>
              <a:t>organizatioal</a:t>
            </a:r>
            <a:r>
              <a:rPr lang="de-DE" sz="1200">
                <a:solidFill>
                  <a:schemeClr val="tx1"/>
                </a:solidFill>
              </a:rPr>
              <a:t> </a:t>
            </a:r>
            <a:r>
              <a:rPr lang="de-DE" sz="1200" err="1">
                <a:solidFill>
                  <a:schemeClr val="tx1"/>
                </a:solidFill>
              </a:rPr>
              <a:t>model</a:t>
            </a:r>
            <a:endParaRPr lang="de-DE" sz="120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err="1">
                <a:solidFill>
                  <a:schemeClr val="tx1"/>
                </a:solidFill>
              </a:rPr>
              <a:t>Implementing</a:t>
            </a:r>
            <a:r>
              <a:rPr lang="de-DE" sz="1200">
                <a:solidFill>
                  <a:schemeClr val="tx1"/>
                </a:solidFill>
              </a:rPr>
              <a:t> an „Organizational Health“ </a:t>
            </a:r>
            <a:r>
              <a:rPr lang="de-DE" sz="1200" err="1">
                <a:solidFill>
                  <a:schemeClr val="tx1"/>
                </a:solidFill>
              </a:rPr>
              <a:t>dashboard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6BA2E74-28CB-5F60-59B2-0BF77038DA80}"/>
              </a:ext>
            </a:extLst>
          </p:cNvPr>
          <p:cNvSpPr/>
          <p:nvPr/>
        </p:nvSpPr>
        <p:spPr>
          <a:xfrm>
            <a:off x="8223398" y="2278140"/>
            <a:ext cx="3285219" cy="3973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u="sng">
                <a:solidFill>
                  <a:schemeClr val="tx1"/>
                </a:solidFill>
              </a:rPr>
              <a:t>Scott</a:t>
            </a:r>
            <a:r>
              <a:rPr lang="de-DE" sz="1200">
                <a:solidFill>
                  <a:schemeClr val="tx1"/>
                </a:solidFill>
              </a:rPr>
              <a:t>, Christoph, Frank, Jens, Tomasz. Yvonne, Antonina (Sales/Marketing), Dejan</a:t>
            </a:r>
            <a:endParaRPr 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20429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5"/>
</p:tagLst>
</file>

<file path=ppt/theme/theme1.xml><?xml version="1.0" encoding="utf-8"?>
<a:theme xmlns:a="http://schemas.openxmlformats.org/drawingml/2006/main" name="1_Pic Grid Sites | Main v.1 |">
  <a:themeElements>
    <a:clrScheme name="RCG Master Color ">
      <a:dk1>
        <a:srgbClr val="1A1918"/>
      </a:dk1>
      <a:lt1>
        <a:srgbClr val="FFFFFF"/>
      </a:lt1>
      <a:dk2>
        <a:srgbClr val="DADADA"/>
      </a:dk2>
      <a:lt2>
        <a:srgbClr val="E7E6E6"/>
      </a:lt2>
      <a:accent1>
        <a:srgbClr val="767776"/>
      </a:accent1>
      <a:accent2>
        <a:srgbClr val="80C800"/>
      </a:accent2>
      <a:accent3>
        <a:srgbClr val="DADADA"/>
      </a:accent3>
      <a:accent4>
        <a:srgbClr val="FFC000"/>
      </a:accent4>
      <a:accent5>
        <a:srgbClr val="636362"/>
      </a:accent5>
      <a:accent6>
        <a:srgbClr val="80C800"/>
      </a:accent6>
      <a:hlink>
        <a:srgbClr val="6BAF49"/>
      </a:hlink>
      <a:folHlink>
        <a:srgbClr val="6E8199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RCIM.potx" id="{13365EA8-6598-436E-B059-FABA45E5610C}" vid="{80CCE015-0887-401F-8FE4-5DCD376A8ADC}"/>
    </a:ext>
  </a:extLst>
</a:theme>
</file>

<file path=ppt/theme/theme2.xml><?xml version="1.0" encoding="utf-8"?>
<a:theme xmlns:a="http://schemas.openxmlformats.org/drawingml/2006/main" name="Clean Sites | Main v.1 |">
  <a:themeElements>
    <a:clrScheme name="RCG Master Color ">
      <a:dk1>
        <a:srgbClr val="1A1918"/>
      </a:dk1>
      <a:lt1>
        <a:srgbClr val="FFFFFF"/>
      </a:lt1>
      <a:dk2>
        <a:srgbClr val="DADADA"/>
      </a:dk2>
      <a:lt2>
        <a:srgbClr val="E7E6E6"/>
      </a:lt2>
      <a:accent1>
        <a:srgbClr val="767776"/>
      </a:accent1>
      <a:accent2>
        <a:srgbClr val="80C800"/>
      </a:accent2>
      <a:accent3>
        <a:srgbClr val="DADADA"/>
      </a:accent3>
      <a:accent4>
        <a:srgbClr val="FFC000"/>
      </a:accent4>
      <a:accent5>
        <a:srgbClr val="636362"/>
      </a:accent5>
      <a:accent6>
        <a:srgbClr val="80C800"/>
      </a:accent6>
      <a:hlink>
        <a:srgbClr val="6BAF49"/>
      </a:hlink>
      <a:folHlink>
        <a:srgbClr val="6E8199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  <a:effectLst>
          <a:outerShdw blurRad="63500" algn="ctr" rotWithShape="0">
            <a:prstClr val="black">
              <a:alpha val="59912"/>
            </a:prstClr>
          </a:outerShdw>
        </a:effectLst>
      </a:spPr>
      <a:bodyPr rtlCol="0" anchor="ctr"/>
      <a:lstStyle>
        <a:defPPr algn="ctr">
          <a:defRPr>
            <a:solidFill>
              <a:srgbClr val="000100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marL="285750" indent="-285750" algn="l">
          <a:buFont typeface="Wingdings" pitchFamily="2" charset="2"/>
          <a:buChar char="§"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CG PPT Master 2.8.0.1 (1)" id="{EA9AA934-BF60-C149-805E-69EF7238ED6B}" vid="{C5D81675-ECC1-4842-B0D1-6D8A41CF1BF8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2F01FE6BD378B4DA0149659D3DD8406" ma:contentTypeVersion="10" ma:contentTypeDescription="Ein neues Dokument erstellen." ma:contentTypeScope="" ma:versionID="ebbb91c8e4429c8f64bd4748e7f817fa">
  <xsd:schema xmlns:xsd="http://www.w3.org/2001/XMLSchema" xmlns:xs="http://www.w3.org/2001/XMLSchema" xmlns:p="http://schemas.microsoft.com/office/2006/metadata/properties" xmlns:ns2="27a026a0-6082-40de-b428-897dc499d582" xmlns:ns3="12237498-d30d-44c4-bc6c-912b752acf80" targetNamespace="http://schemas.microsoft.com/office/2006/metadata/properties" ma:root="true" ma:fieldsID="33434575517e40818d2e9b706cf9365b" ns2:_="" ns3:_="">
    <xsd:import namespace="27a026a0-6082-40de-b428-897dc499d582"/>
    <xsd:import namespace="12237498-d30d-44c4-bc6c-912b752acf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a026a0-6082-40de-b428-897dc499d5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d9f7dbc7-fe7a-44a9-afb7-b3a522029a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237498-d30d-44c4-bc6c-912b752acf8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940b831-20aa-4586-8eba-f00fe8dd2b69}" ma:internalName="TaxCatchAll" ma:showField="CatchAllData" ma:web="12237498-d30d-44c4-bc6c-912b752acf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7a026a0-6082-40de-b428-897dc499d582">
      <Terms xmlns="http://schemas.microsoft.com/office/infopath/2007/PartnerControls"/>
    </lcf76f155ced4ddcb4097134ff3c332f>
    <TaxCatchAll xmlns="12237498-d30d-44c4-bc6c-912b752acf80" xsi:nil="true"/>
  </documentManagement>
</p:properties>
</file>

<file path=customXml/itemProps1.xml><?xml version="1.0" encoding="utf-8"?>
<ds:datastoreItem xmlns:ds="http://schemas.openxmlformats.org/officeDocument/2006/customXml" ds:itemID="{C60EA047-9200-442E-AC6C-4D445C3AF17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BD87E5-DD7B-4F2B-B2E1-D228DB3B58EE}">
  <ds:schemaRefs>
    <ds:schemaRef ds:uri="12237498-d30d-44c4-bc6c-912b752acf80"/>
    <ds:schemaRef ds:uri="27a026a0-6082-40de-b428-897dc499d58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31BA90C-1781-411B-9712-3080FEC1965A}">
  <ds:schemaRefs>
    <ds:schemaRef ds:uri="12237498-d30d-44c4-bc6c-912b752acf80"/>
    <ds:schemaRef ds:uri="27a026a0-6082-40de-b428-897dc499d58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99c7da52-56fc-49ca-aa95-8f7fb09c995e}" enabled="0" method="" siteId="{99c7da52-56fc-49ca-aa95-8f7fb09c995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RCIM</Template>
  <TotalTime>0</TotalTime>
  <Application>Microsoft Office PowerPoint</Application>
  <PresentationFormat>Widescreen</PresentationFormat>
  <Slides>11</Slides>
  <Notes>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1_Pic Grid Sites | Main v.1 |</vt:lpstr>
      <vt:lpstr>Clean Sites | Main v.1 |</vt:lpstr>
      <vt:lpstr>PowerPoint Presentation</vt:lpstr>
      <vt:lpstr>Future target organizational structure to be implemented 01.07.2027</vt:lpstr>
      <vt:lpstr>Future main activities of locations</vt:lpstr>
      <vt:lpstr>Future organizational concept</vt:lpstr>
      <vt:lpstr>Roles in future target organization</vt:lpstr>
      <vt:lpstr>Roles in future target organization</vt:lpstr>
      <vt:lpstr>Roles in future target organization</vt:lpstr>
      <vt:lpstr>Roles in future target organization</vt:lpstr>
      <vt:lpstr>Roles in future target organization</vt:lpstr>
      <vt:lpstr>Timeline</vt:lpstr>
      <vt:lpstr>Project Structure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Seuken, Kirstin</dc:creator>
  <cp:revision>3</cp:revision>
  <dcterms:created xsi:type="dcterms:W3CDTF">2026-01-13T09:49:20Z</dcterms:created>
  <dcterms:modified xsi:type="dcterms:W3CDTF">2026-01-16T09:06:04Z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0x010100E2F01FE6BD378B4DA0149659D3DD8406</vt:lpwstr>
  </property>
  <property fmtid="{D5CDD505-2E9C-101B-9397-08002B2CF9AE}" pid="3" name="MediaServiceImageTags">
    <vt:lpwstr/>
  </property>
</Properties>
</file>